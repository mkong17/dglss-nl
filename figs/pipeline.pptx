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9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50" d="100"/>
          <a:sy n="150" d="100"/>
        </p:scale>
        <p:origin x="-2875" y="-2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FF3E9-14D3-473B-B40D-8466400184D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8CF4F-EF36-4107-BFE1-DEFD221D4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47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2355-47C3-94B1-8D6E-19EC5C3D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E3B13-B8EF-90B0-DB70-E6F29CEF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94DC-17AB-C634-1840-A9DAEBFD7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0585B-754F-6281-84EB-170A9F91F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2EBF33-2823-D242-AE1E-6354CEA28D7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340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12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37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0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48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32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64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6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72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96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53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CBC5C-5678-4C48-A1BA-39D328CF7360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5C6E1-3261-472B-A0A0-E5E71D7492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60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4B61-FB07-08C0-1174-7ABA14C1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0" name="Straight Arrow Connector 819">
            <a:extLst>
              <a:ext uri="{FF2B5EF4-FFF2-40B4-BE49-F238E27FC236}">
                <a16:creationId xmlns:a16="http://schemas.microsoft.com/office/drawing/2014/main" id="{74716B24-ECDB-DFD0-CB4A-19CA5D4EFA57}"/>
              </a:ext>
            </a:extLst>
          </p:cNvPr>
          <p:cNvCxnSpPr>
            <a:cxnSpLocks/>
          </p:cNvCxnSpPr>
          <p:nvPr/>
        </p:nvCxnSpPr>
        <p:spPr>
          <a:xfrm>
            <a:off x="3141013" y="5071577"/>
            <a:ext cx="808900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FB8AD924-F4A6-6054-5A72-37F2F5EFA041}"/>
              </a:ext>
            </a:extLst>
          </p:cNvPr>
          <p:cNvCxnSpPr>
            <a:cxnSpLocks/>
          </p:cNvCxnSpPr>
          <p:nvPr/>
        </p:nvCxnSpPr>
        <p:spPr>
          <a:xfrm>
            <a:off x="3127008" y="4933494"/>
            <a:ext cx="0" cy="25602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BF0BB77-F9D8-7849-41D3-A5918E30FB0B}"/>
              </a:ext>
            </a:extLst>
          </p:cNvPr>
          <p:cNvSpPr>
            <a:spLocks noChangeAspect="1"/>
          </p:cNvSpPr>
          <p:nvPr/>
        </p:nvSpPr>
        <p:spPr>
          <a:xfrm>
            <a:off x="1718849" y="5163540"/>
            <a:ext cx="821758" cy="821758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6E679E27-6B66-AA16-EC28-5FB49A3A064C}"/>
              </a:ext>
            </a:extLst>
          </p:cNvPr>
          <p:cNvGrpSpPr/>
          <p:nvPr/>
        </p:nvGrpSpPr>
        <p:grpSpPr>
          <a:xfrm>
            <a:off x="5104902" y="4244962"/>
            <a:ext cx="657406" cy="657406"/>
            <a:chOff x="4172406" y="2301780"/>
            <a:chExt cx="694758" cy="703292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8EBA931D-D9E9-3C5E-2D0B-D5BD8576A43B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45077F9-C734-82E5-8C15-264F7DAA3843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0" name="Cube 299">
              <a:extLst>
                <a:ext uri="{FF2B5EF4-FFF2-40B4-BE49-F238E27FC236}">
                  <a16:creationId xmlns:a16="http://schemas.microsoft.com/office/drawing/2014/main" id="{D9484678-1817-4C5F-A83E-AAD3BF497478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1" name="Cube 300">
              <a:extLst>
                <a:ext uri="{FF2B5EF4-FFF2-40B4-BE49-F238E27FC236}">
                  <a16:creationId xmlns:a16="http://schemas.microsoft.com/office/drawing/2014/main" id="{C11C228A-4D13-33EA-9EA6-E395D7690B99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2" name="Cube 301">
              <a:extLst>
                <a:ext uri="{FF2B5EF4-FFF2-40B4-BE49-F238E27FC236}">
                  <a16:creationId xmlns:a16="http://schemas.microsoft.com/office/drawing/2014/main" id="{B8A536F0-A809-DACA-D09C-BE3BDE3744A1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3" name="Cube 302">
              <a:extLst>
                <a:ext uri="{FF2B5EF4-FFF2-40B4-BE49-F238E27FC236}">
                  <a16:creationId xmlns:a16="http://schemas.microsoft.com/office/drawing/2014/main" id="{3C01E39B-5741-C709-FFBB-3087E6919774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4" name="Cube 303">
              <a:extLst>
                <a:ext uri="{FF2B5EF4-FFF2-40B4-BE49-F238E27FC236}">
                  <a16:creationId xmlns:a16="http://schemas.microsoft.com/office/drawing/2014/main" id="{0D3C70BA-95AA-C28C-96B6-047551B2583C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5" name="Cube 304">
              <a:extLst>
                <a:ext uri="{FF2B5EF4-FFF2-40B4-BE49-F238E27FC236}">
                  <a16:creationId xmlns:a16="http://schemas.microsoft.com/office/drawing/2014/main" id="{25557115-9306-B577-5355-697F327864EB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6" name="Cube 305">
              <a:extLst>
                <a:ext uri="{FF2B5EF4-FFF2-40B4-BE49-F238E27FC236}">
                  <a16:creationId xmlns:a16="http://schemas.microsoft.com/office/drawing/2014/main" id="{DECC1B20-A5FA-30E5-33B5-207533F42379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7" name="Cube 306">
              <a:extLst>
                <a:ext uri="{FF2B5EF4-FFF2-40B4-BE49-F238E27FC236}">
                  <a16:creationId xmlns:a16="http://schemas.microsoft.com/office/drawing/2014/main" id="{B8A39532-C8B7-E59B-C6B9-F78F9C1EB344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8" name="Cube 307">
              <a:extLst>
                <a:ext uri="{FF2B5EF4-FFF2-40B4-BE49-F238E27FC236}">
                  <a16:creationId xmlns:a16="http://schemas.microsoft.com/office/drawing/2014/main" id="{C0BE193D-52FC-215F-9A4D-95D80A6912D3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9" name="Cube 308">
              <a:extLst>
                <a:ext uri="{FF2B5EF4-FFF2-40B4-BE49-F238E27FC236}">
                  <a16:creationId xmlns:a16="http://schemas.microsoft.com/office/drawing/2014/main" id="{F10207C1-BFD4-2C2D-EF88-0CEE7AC038BE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0" name="Cube 309">
              <a:extLst>
                <a:ext uri="{FF2B5EF4-FFF2-40B4-BE49-F238E27FC236}">
                  <a16:creationId xmlns:a16="http://schemas.microsoft.com/office/drawing/2014/main" id="{C134B645-A444-D31E-88DE-4D28BBCABD8C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1" name="Cube 310">
              <a:extLst>
                <a:ext uri="{FF2B5EF4-FFF2-40B4-BE49-F238E27FC236}">
                  <a16:creationId xmlns:a16="http://schemas.microsoft.com/office/drawing/2014/main" id="{9A23FF5E-F9AB-F65E-0857-539640EE8D65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2" name="Cube 311">
              <a:extLst>
                <a:ext uri="{FF2B5EF4-FFF2-40B4-BE49-F238E27FC236}">
                  <a16:creationId xmlns:a16="http://schemas.microsoft.com/office/drawing/2014/main" id="{53383FC1-BA46-DB09-BF8F-66055403F3A2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3" name="Cube 312">
              <a:extLst>
                <a:ext uri="{FF2B5EF4-FFF2-40B4-BE49-F238E27FC236}">
                  <a16:creationId xmlns:a16="http://schemas.microsoft.com/office/drawing/2014/main" id="{42CA4ED2-502C-74F5-ABA6-557222E4FB48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4" name="Cube 313">
              <a:extLst>
                <a:ext uri="{FF2B5EF4-FFF2-40B4-BE49-F238E27FC236}">
                  <a16:creationId xmlns:a16="http://schemas.microsoft.com/office/drawing/2014/main" id="{2E288636-B631-D35D-623A-2199C28C4DDC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5" name="Cube 314">
              <a:extLst>
                <a:ext uri="{FF2B5EF4-FFF2-40B4-BE49-F238E27FC236}">
                  <a16:creationId xmlns:a16="http://schemas.microsoft.com/office/drawing/2014/main" id="{9CFB0F7D-5329-E6D1-4879-3916A790AFEE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6" name="Cube 315">
              <a:extLst>
                <a:ext uri="{FF2B5EF4-FFF2-40B4-BE49-F238E27FC236}">
                  <a16:creationId xmlns:a16="http://schemas.microsoft.com/office/drawing/2014/main" id="{6CC186F8-6779-7566-8852-3A0142BC2720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7" name="Cube 316">
              <a:extLst>
                <a:ext uri="{FF2B5EF4-FFF2-40B4-BE49-F238E27FC236}">
                  <a16:creationId xmlns:a16="http://schemas.microsoft.com/office/drawing/2014/main" id="{41906A21-AC9D-BD14-06D8-9E2D2166BC90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7F4841CC-B3D9-C930-770E-F1D5828D48D9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5ECDDF49-0C59-13AF-4287-D32C306F181E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847D608D-FB4A-56C5-1F87-BBFF0E6C535C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7C94013E-EA6D-183C-432D-8D9AFCE13F60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A058EE7-A23D-B559-079B-D18049A4D0B2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1579774-2D27-E208-FED8-73EA3F3BBB1C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829F1880-7DAA-BBD2-5781-CBF609452B4F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33382BD-2263-540A-F78D-70A6E5EB821A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AF0EF544-022A-8CB8-AD45-FF702348626E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544E328A-90E9-A849-3384-4C6C6AD5B017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F415CBBD-A3F3-E924-8CBC-702855F1B461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68B75629-3C4F-F635-BC65-79369577D5CC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3539C542-AB60-A45C-68EF-27CDF6569614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9EF924E4-F305-A57B-54F9-3951065B14F5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0D508B32-1C61-B2ED-0528-425319A93382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98A2875-03E3-5C38-4092-A344D95988A8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59EE9663-9C84-58B0-8278-707F1346246C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E3A2552-2366-95EE-BC72-9EA1403F6411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395B9E63-C5F4-7CB2-17D0-5C6713C92A04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52FBD2FD-BB00-1165-107D-CD93BEDE3322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18520E22-3C48-D859-ECBF-4B4BE3D6B24C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CEC4D53-7D8A-469F-53CE-E81B1C7E45AB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9F264D7C-8C3A-9DF4-415E-38E7F74786BD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00ECCA6E-9834-717B-B227-248356FF0AA6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67D007-B3F7-68E1-4710-4FEA0AD28544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A2587B21-D830-9C0E-9891-C79D1B674DD8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32BA1563-8934-D6A9-CA48-5F8025C8BC45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E195C971-4EA5-2E85-C0D0-056C11A7FF6B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7B7FC6D3-46ED-7139-2153-7371BA54278D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1BE54C3A-2044-858F-A379-4A0BE21185AF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63143E4C-D0DF-2898-8CA5-F638D346FB25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ADDA8986-29A4-8CC9-8E75-F05008419920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1DC54B51-4F0F-5D95-F15F-CC2FFEFC85BC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017E3043-9355-01A9-4CB4-CE61E16432C4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DB25CB09-9A6F-3380-60E2-AE2E9E7A31ED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E5A68193-1F70-DCC5-4DE4-F8A666C11939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F3E854F4-2DC3-A250-F2AD-C1C7FCD45A55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E2FB036-2B77-09E2-AF40-E67B1B6B3514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0EEC0170-549B-2AAB-5FAD-D84D6CAD1AE2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F4D164B-3C49-611D-C4D7-27CCF6C58FFB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E5DFA68-18F5-DB58-12E8-8E7CC1283B67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BB02665-E4A4-3563-5413-59CE466FF0AA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4CC22091-66CE-0777-6251-AD70CDC850C0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58D9025F-FB35-7F29-6226-643C4D942CE2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C378CBD2-3C95-824C-1173-04D750B353AC}"/>
              </a:ext>
            </a:extLst>
          </p:cNvPr>
          <p:cNvGrpSpPr/>
          <p:nvPr/>
        </p:nvGrpSpPr>
        <p:grpSpPr>
          <a:xfrm>
            <a:off x="5128032" y="1454669"/>
            <a:ext cx="657406" cy="657406"/>
            <a:chOff x="4172406" y="2301780"/>
            <a:chExt cx="694758" cy="703292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EA45628-F631-B626-5992-076D058420A9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94C5EA2-9889-BC6C-55B7-80EB8F90E777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FC3C9793-8EFC-1189-00E0-856B38DCF7E3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045BC5F8-737C-5D46-5F3E-C819DDFF92A5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3645DFE0-BF74-150E-EFD7-FA1507152DA9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C389ECF8-ACA2-2396-42E2-89E5542CF269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DA7A5984-9BD0-5B72-6AF5-6B6364F28564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6D61D872-FC76-B659-079C-0C64142A4DC4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279A36CA-92DC-8082-726E-6C10A031B9EB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220C91C-721B-55D2-2F68-60BE12F45DCA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9CC11F3F-3077-78EB-473D-68609BF7C234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4DA14621-3F3B-7E68-DA8D-BDCDD8FB393D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C77FEA1E-A2B7-F431-A4B2-24648BDB5CCE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40B51126-FD4E-2B68-6DBE-E6E7FC8CB047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4A82133E-2152-01F7-A8AA-D4B1DEFF3152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D5E80B0F-691E-310D-6A25-2E266CF9BA2D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B43D7D83-0843-0843-98B6-EA44E98CBE5A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1C2A51D9-7683-AD07-B785-23646FE459A5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43A359FD-6F15-62C6-8125-0AB04736AE0C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25477654-658D-2321-ABC4-6D144BA84F62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311C3E27-733D-3CDE-E1BC-BAC9984E5707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4" name="Cube 383">
              <a:extLst>
                <a:ext uri="{FF2B5EF4-FFF2-40B4-BE49-F238E27FC236}">
                  <a16:creationId xmlns:a16="http://schemas.microsoft.com/office/drawing/2014/main" id="{83B58DF1-35BE-C35F-6C0D-C19BF5EAC3EB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5" name="Cube 384">
              <a:extLst>
                <a:ext uri="{FF2B5EF4-FFF2-40B4-BE49-F238E27FC236}">
                  <a16:creationId xmlns:a16="http://schemas.microsoft.com/office/drawing/2014/main" id="{850213C4-616D-3124-AE0F-2B71DBAF2885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6" name="Cube 385">
              <a:extLst>
                <a:ext uri="{FF2B5EF4-FFF2-40B4-BE49-F238E27FC236}">
                  <a16:creationId xmlns:a16="http://schemas.microsoft.com/office/drawing/2014/main" id="{AC67F18E-4ECB-9687-E0A7-CC8614EC110B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7" name="Cube 386">
              <a:extLst>
                <a:ext uri="{FF2B5EF4-FFF2-40B4-BE49-F238E27FC236}">
                  <a16:creationId xmlns:a16="http://schemas.microsoft.com/office/drawing/2014/main" id="{C75E75EE-E659-D70E-5F0A-677FFE4175B9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8" name="Cube 387">
              <a:extLst>
                <a:ext uri="{FF2B5EF4-FFF2-40B4-BE49-F238E27FC236}">
                  <a16:creationId xmlns:a16="http://schemas.microsoft.com/office/drawing/2014/main" id="{37FE39D6-72F5-24CD-830D-02EC956D556A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9" name="Cube 388">
              <a:extLst>
                <a:ext uri="{FF2B5EF4-FFF2-40B4-BE49-F238E27FC236}">
                  <a16:creationId xmlns:a16="http://schemas.microsoft.com/office/drawing/2014/main" id="{32A6E613-6078-E5B0-FE06-2ADD52478E19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0" name="Cube 389">
              <a:extLst>
                <a:ext uri="{FF2B5EF4-FFF2-40B4-BE49-F238E27FC236}">
                  <a16:creationId xmlns:a16="http://schemas.microsoft.com/office/drawing/2014/main" id="{D1696C8E-DBE1-1F68-91A2-B40B2A9FE94E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1" name="Cube 390">
              <a:extLst>
                <a:ext uri="{FF2B5EF4-FFF2-40B4-BE49-F238E27FC236}">
                  <a16:creationId xmlns:a16="http://schemas.microsoft.com/office/drawing/2014/main" id="{C72591E2-3233-25A1-3531-06E65C32B6A1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2" name="Cube 391">
              <a:extLst>
                <a:ext uri="{FF2B5EF4-FFF2-40B4-BE49-F238E27FC236}">
                  <a16:creationId xmlns:a16="http://schemas.microsoft.com/office/drawing/2014/main" id="{6A2D4FC4-7D0C-4EA3-01C7-DC4622A879AD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3" name="Cube 392">
              <a:extLst>
                <a:ext uri="{FF2B5EF4-FFF2-40B4-BE49-F238E27FC236}">
                  <a16:creationId xmlns:a16="http://schemas.microsoft.com/office/drawing/2014/main" id="{08F8FD54-7BCC-C75D-B5AC-A48729589C27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4" name="Cube 393">
              <a:extLst>
                <a:ext uri="{FF2B5EF4-FFF2-40B4-BE49-F238E27FC236}">
                  <a16:creationId xmlns:a16="http://schemas.microsoft.com/office/drawing/2014/main" id="{C06F8EAF-90E9-EBED-64ED-40A3291AB32E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5" name="Cube 394">
              <a:extLst>
                <a:ext uri="{FF2B5EF4-FFF2-40B4-BE49-F238E27FC236}">
                  <a16:creationId xmlns:a16="http://schemas.microsoft.com/office/drawing/2014/main" id="{220FF507-F915-FA89-CE54-8785195F3C3B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6" name="Cube 395">
              <a:extLst>
                <a:ext uri="{FF2B5EF4-FFF2-40B4-BE49-F238E27FC236}">
                  <a16:creationId xmlns:a16="http://schemas.microsoft.com/office/drawing/2014/main" id="{78D8F8DF-C0B9-5299-E779-034D3A9A9D3F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7" name="Cube 396">
              <a:extLst>
                <a:ext uri="{FF2B5EF4-FFF2-40B4-BE49-F238E27FC236}">
                  <a16:creationId xmlns:a16="http://schemas.microsoft.com/office/drawing/2014/main" id="{E6DE749F-BC02-F757-F1F5-9555DEC81A31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8" name="Cube 397">
              <a:extLst>
                <a:ext uri="{FF2B5EF4-FFF2-40B4-BE49-F238E27FC236}">
                  <a16:creationId xmlns:a16="http://schemas.microsoft.com/office/drawing/2014/main" id="{3BA45551-BC44-A202-F8BD-047ECB39BA04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9" name="Cube 398">
              <a:extLst>
                <a:ext uri="{FF2B5EF4-FFF2-40B4-BE49-F238E27FC236}">
                  <a16:creationId xmlns:a16="http://schemas.microsoft.com/office/drawing/2014/main" id="{056C338E-ACBC-4A6C-E347-AC5ADCCAA7A6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0" name="Cube 399">
              <a:extLst>
                <a:ext uri="{FF2B5EF4-FFF2-40B4-BE49-F238E27FC236}">
                  <a16:creationId xmlns:a16="http://schemas.microsoft.com/office/drawing/2014/main" id="{1D5316B8-6301-C10D-1AE6-F5FA23EB707A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1" name="Cube 400">
              <a:extLst>
                <a:ext uri="{FF2B5EF4-FFF2-40B4-BE49-F238E27FC236}">
                  <a16:creationId xmlns:a16="http://schemas.microsoft.com/office/drawing/2014/main" id="{3CE52AF6-3106-0EFA-7C50-249C88B92F7F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2" name="Cube 401">
              <a:extLst>
                <a:ext uri="{FF2B5EF4-FFF2-40B4-BE49-F238E27FC236}">
                  <a16:creationId xmlns:a16="http://schemas.microsoft.com/office/drawing/2014/main" id="{2DA46D55-97DB-2683-F009-8C7F50E89E75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3" name="Cube 402">
              <a:extLst>
                <a:ext uri="{FF2B5EF4-FFF2-40B4-BE49-F238E27FC236}">
                  <a16:creationId xmlns:a16="http://schemas.microsoft.com/office/drawing/2014/main" id="{BEA7B146-0875-A336-6B5C-69F9FE4F7505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4" name="Cube 403">
              <a:extLst>
                <a:ext uri="{FF2B5EF4-FFF2-40B4-BE49-F238E27FC236}">
                  <a16:creationId xmlns:a16="http://schemas.microsoft.com/office/drawing/2014/main" id="{83A457B5-7F22-5E7B-D32E-2B6D1DAAEA75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5" name="Cube 404">
              <a:extLst>
                <a:ext uri="{FF2B5EF4-FFF2-40B4-BE49-F238E27FC236}">
                  <a16:creationId xmlns:a16="http://schemas.microsoft.com/office/drawing/2014/main" id="{5CB47267-A8AB-9C15-FC62-E17B30615E07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6" name="Cube 405">
              <a:extLst>
                <a:ext uri="{FF2B5EF4-FFF2-40B4-BE49-F238E27FC236}">
                  <a16:creationId xmlns:a16="http://schemas.microsoft.com/office/drawing/2014/main" id="{C0ACB12B-D9F5-4A89-E0D3-0498BF04CA73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7" name="Cube 406">
              <a:extLst>
                <a:ext uri="{FF2B5EF4-FFF2-40B4-BE49-F238E27FC236}">
                  <a16:creationId xmlns:a16="http://schemas.microsoft.com/office/drawing/2014/main" id="{65FA8B36-FF7C-1961-803C-8498D05EA6D9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8" name="Cube 407">
              <a:extLst>
                <a:ext uri="{FF2B5EF4-FFF2-40B4-BE49-F238E27FC236}">
                  <a16:creationId xmlns:a16="http://schemas.microsoft.com/office/drawing/2014/main" id="{77F59CDD-A542-EAD3-F652-96BF476F8520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9" name="Cube 408">
              <a:extLst>
                <a:ext uri="{FF2B5EF4-FFF2-40B4-BE49-F238E27FC236}">
                  <a16:creationId xmlns:a16="http://schemas.microsoft.com/office/drawing/2014/main" id="{82A87580-3916-B04E-D7E3-A56A822E73C5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0" name="Cube 409">
              <a:extLst>
                <a:ext uri="{FF2B5EF4-FFF2-40B4-BE49-F238E27FC236}">
                  <a16:creationId xmlns:a16="http://schemas.microsoft.com/office/drawing/2014/main" id="{FAA02DF5-9848-0D61-512B-0F59F88AC983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1" name="Cube 410">
              <a:extLst>
                <a:ext uri="{FF2B5EF4-FFF2-40B4-BE49-F238E27FC236}">
                  <a16:creationId xmlns:a16="http://schemas.microsoft.com/office/drawing/2014/main" id="{C28EA445-DCBD-D89C-BDC6-165CB1C29D0D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2" name="Cube 411">
              <a:extLst>
                <a:ext uri="{FF2B5EF4-FFF2-40B4-BE49-F238E27FC236}">
                  <a16:creationId xmlns:a16="http://schemas.microsoft.com/office/drawing/2014/main" id="{FD89B13C-7F5C-7DF7-833D-B5CF2E27FF49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3" name="Cube 412">
              <a:extLst>
                <a:ext uri="{FF2B5EF4-FFF2-40B4-BE49-F238E27FC236}">
                  <a16:creationId xmlns:a16="http://schemas.microsoft.com/office/drawing/2014/main" id="{1284B889-3DC5-80C0-A5AB-F46743FEB4C8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4" name="Cube 413">
              <a:extLst>
                <a:ext uri="{FF2B5EF4-FFF2-40B4-BE49-F238E27FC236}">
                  <a16:creationId xmlns:a16="http://schemas.microsoft.com/office/drawing/2014/main" id="{3D579F55-2105-7BD0-802E-98D32261D456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5" name="Cube 414">
              <a:extLst>
                <a:ext uri="{FF2B5EF4-FFF2-40B4-BE49-F238E27FC236}">
                  <a16:creationId xmlns:a16="http://schemas.microsoft.com/office/drawing/2014/main" id="{40D4C291-73A5-3AB0-A7D4-897692F07724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6" name="Cube 415">
              <a:extLst>
                <a:ext uri="{FF2B5EF4-FFF2-40B4-BE49-F238E27FC236}">
                  <a16:creationId xmlns:a16="http://schemas.microsoft.com/office/drawing/2014/main" id="{A4B444A5-B6FF-5362-CD59-5C0A82EB0B93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7" name="Cube 416">
              <a:extLst>
                <a:ext uri="{FF2B5EF4-FFF2-40B4-BE49-F238E27FC236}">
                  <a16:creationId xmlns:a16="http://schemas.microsoft.com/office/drawing/2014/main" id="{6E4BEE2F-58ED-498D-00F9-7CFEE09DB49A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8" name="Cube 417">
              <a:extLst>
                <a:ext uri="{FF2B5EF4-FFF2-40B4-BE49-F238E27FC236}">
                  <a16:creationId xmlns:a16="http://schemas.microsoft.com/office/drawing/2014/main" id="{62F01BFD-4A6F-D6B0-C5E9-945179D5F05E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9" name="Cube 418">
              <a:extLst>
                <a:ext uri="{FF2B5EF4-FFF2-40B4-BE49-F238E27FC236}">
                  <a16:creationId xmlns:a16="http://schemas.microsoft.com/office/drawing/2014/main" id="{69E5F7D3-E1B0-0972-3E36-B1713729BD94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0" name="Cube 419">
              <a:extLst>
                <a:ext uri="{FF2B5EF4-FFF2-40B4-BE49-F238E27FC236}">
                  <a16:creationId xmlns:a16="http://schemas.microsoft.com/office/drawing/2014/main" id="{02EE5ADB-B289-18F5-2CAB-C6EF83F348AA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1" name="Cube 420">
              <a:extLst>
                <a:ext uri="{FF2B5EF4-FFF2-40B4-BE49-F238E27FC236}">
                  <a16:creationId xmlns:a16="http://schemas.microsoft.com/office/drawing/2014/main" id="{0679093A-51E1-CFC7-7268-D721A15F4A63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2" name="Cube 421">
              <a:extLst>
                <a:ext uri="{FF2B5EF4-FFF2-40B4-BE49-F238E27FC236}">
                  <a16:creationId xmlns:a16="http://schemas.microsoft.com/office/drawing/2014/main" id="{971CEBEF-86CD-A2E8-BBCB-93CA15DCD20F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3" name="Cube 422">
              <a:extLst>
                <a:ext uri="{FF2B5EF4-FFF2-40B4-BE49-F238E27FC236}">
                  <a16:creationId xmlns:a16="http://schemas.microsoft.com/office/drawing/2014/main" id="{26A9B6D5-CDA2-678F-776F-8B1A30A29A2D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4" name="Cube 423">
              <a:extLst>
                <a:ext uri="{FF2B5EF4-FFF2-40B4-BE49-F238E27FC236}">
                  <a16:creationId xmlns:a16="http://schemas.microsoft.com/office/drawing/2014/main" id="{A6448EAD-C367-022B-B544-171424717338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DFA9165C-9B45-65BA-3F94-B09D7232C1B2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5CFD2510-5EC9-DB66-31E1-70645F2C08E8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579" name="Elbow Connector 578">
            <a:extLst>
              <a:ext uri="{FF2B5EF4-FFF2-40B4-BE49-F238E27FC236}">
                <a16:creationId xmlns:a16="http://schemas.microsoft.com/office/drawing/2014/main" id="{75371967-EF34-A668-98DE-EB4502824B35}"/>
              </a:ext>
            </a:extLst>
          </p:cNvPr>
          <p:cNvCxnSpPr>
            <a:cxnSpLocks/>
            <a:stCxn id="173" idx="2"/>
            <a:endCxn id="177" idx="2"/>
          </p:cNvCxnSpPr>
          <p:nvPr/>
        </p:nvCxnSpPr>
        <p:spPr>
          <a:xfrm rot="10800000" flipV="1">
            <a:off x="618093" y="1040436"/>
            <a:ext cx="14495" cy="1326511"/>
          </a:xfrm>
          <a:prstGeom prst="bentConnector3">
            <a:avLst>
              <a:gd name="adj1" fmla="val 180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Elbow Connector 580">
            <a:extLst>
              <a:ext uri="{FF2B5EF4-FFF2-40B4-BE49-F238E27FC236}">
                <a16:creationId xmlns:a16="http://schemas.microsoft.com/office/drawing/2014/main" id="{55453383-30AA-BFDF-9408-57EA4942EE23}"/>
              </a:ext>
            </a:extLst>
          </p:cNvPr>
          <p:cNvCxnSpPr>
            <a:cxnSpLocks/>
            <a:endCxn id="175" idx="2"/>
          </p:cNvCxnSpPr>
          <p:nvPr/>
        </p:nvCxnSpPr>
        <p:spPr>
          <a:xfrm rot="16200000" flipH="1">
            <a:off x="-622594" y="3364333"/>
            <a:ext cx="2201788" cy="207016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Elbow Connector 582">
            <a:extLst>
              <a:ext uri="{FF2B5EF4-FFF2-40B4-BE49-F238E27FC236}">
                <a16:creationId xmlns:a16="http://schemas.microsoft.com/office/drawing/2014/main" id="{4C8D302B-9F75-A6EF-2837-7AB043281B96}"/>
              </a:ext>
            </a:extLst>
          </p:cNvPr>
          <p:cNvCxnSpPr>
            <a:cxnSpLocks/>
          </p:cNvCxnSpPr>
          <p:nvPr/>
        </p:nvCxnSpPr>
        <p:spPr>
          <a:xfrm flipV="1">
            <a:off x="1436781" y="1420910"/>
            <a:ext cx="292448" cy="975928"/>
          </a:xfrm>
          <a:prstGeom prst="bentConnector3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4BBEB050-C110-D57A-304D-106E486A2625}"/>
              </a:ext>
            </a:extLst>
          </p:cNvPr>
          <p:cNvCxnSpPr>
            <a:cxnSpLocks/>
          </p:cNvCxnSpPr>
          <p:nvPr/>
        </p:nvCxnSpPr>
        <p:spPr>
          <a:xfrm>
            <a:off x="1436781" y="2396836"/>
            <a:ext cx="292448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Arrow Connector 588">
            <a:extLst>
              <a:ext uri="{FF2B5EF4-FFF2-40B4-BE49-F238E27FC236}">
                <a16:creationId xmlns:a16="http://schemas.microsoft.com/office/drawing/2014/main" id="{9D4205C6-C679-6F42-EB4D-191B2B5C8553}"/>
              </a:ext>
            </a:extLst>
          </p:cNvPr>
          <p:cNvCxnSpPr>
            <a:cxnSpLocks/>
            <a:stCxn id="175" idx="6"/>
            <a:endCxn id="176" idx="2"/>
          </p:cNvCxnSpPr>
          <p:nvPr/>
        </p:nvCxnSpPr>
        <p:spPr>
          <a:xfrm flipV="1">
            <a:off x="1403566" y="4564076"/>
            <a:ext cx="303206" cy="465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Elbow Connector 590">
            <a:extLst>
              <a:ext uri="{FF2B5EF4-FFF2-40B4-BE49-F238E27FC236}">
                <a16:creationId xmlns:a16="http://schemas.microsoft.com/office/drawing/2014/main" id="{59AF2167-089D-4327-4AD4-4B31B2822446}"/>
              </a:ext>
            </a:extLst>
          </p:cNvPr>
          <p:cNvCxnSpPr>
            <a:cxnSpLocks/>
            <a:stCxn id="175" idx="6"/>
            <a:endCxn id="11" idx="2"/>
          </p:cNvCxnSpPr>
          <p:nvPr/>
        </p:nvCxnSpPr>
        <p:spPr>
          <a:xfrm>
            <a:off x="1403566" y="4568735"/>
            <a:ext cx="315283" cy="1005683"/>
          </a:xfrm>
          <a:prstGeom prst="bentConnector3">
            <a:avLst>
              <a:gd name="adj1" fmla="val 48548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D5D196A-4342-CD8E-5197-955CAE17EA6B}"/>
              </a:ext>
            </a:extLst>
          </p:cNvPr>
          <p:cNvGrpSpPr/>
          <p:nvPr/>
        </p:nvGrpSpPr>
        <p:grpSpPr>
          <a:xfrm>
            <a:off x="2880236" y="1017873"/>
            <a:ext cx="657406" cy="657406"/>
            <a:chOff x="4172406" y="2301780"/>
            <a:chExt cx="694758" cy="703292"/>
          </a:xfrm>
          <a:solidFill>
            <a:schemeClr val="bg1">
              <a:lumMod val="95000"/>
            </a:schemeClr>
          </a:solidFill>
        </p:grpSpPr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1B7FEBA-6CC4-B00C-ECB3-EE2BC354E206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5AF3E40B-5B2E-A99A-9A54-287AB11D8A21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8A33E8E-6C2B-20B8-C080-254096934C3C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89564838-113E-C032-FA72-8239B2863E5D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16B2279B-B95A-D8B1-406F-F9E8B1BFDC2B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7E38E1C2-1E87-BBA2-AC8F-1F2A188E996D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F170F1B1-15D3-F12A-72E1-0AE0817E7227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17E019D1-6FE4-0DCD-22B0-AD2ECBC9836A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13E4DC96-65CB-95DA-74E5-2EF1B3950797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36ED58C-5C38-0F69-F895-9AEFFD89FF94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325E8B56-173B-CCA1-48D7-F9773467AA6B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C47E7649-01AC-12C5-BAD3-5B3A3867CDDB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7AF72F9F-5BEF-2E8B-C6B3-84DD5EB6EE87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19097886-13AF-C68F-293C-28B1EC56C7DE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4E693DEE-1D56-B155-5330-0A64E4246256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F0FF245B-B3CE-B49A-C132-BDFAE48879F6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D0A5E7-E179-6521-2764-40F977A27968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4E14E335-D737-DD6A-0C18-4E234BC08F96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1C766C92-6340-6AA1-EEC9-FED504317D18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8AF5E2F-5CB6-3215-0A7A-7D79D78EDCBC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837AD5AA-2520-5A6D-3D09-D73516018687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FD846A1-9B00-BEEF-853C-18A9C5CDCDDA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709483D0-FDC9-4123-4ACA-5796166D8816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4EC7A0D8-C466-AF11-4A29-0DED6B7FEB69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4924A7F-4215-34DE-5B32-5AA6B3BB4065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44D23DA-5BE5-78B0-0F78-59A4E0E0BB33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C22B781E-34D6-74AC-3227-72C744005596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F2C466C2-4870-BF8A-34E4-7F3309F22CCB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766FB80C-8DBA-42E2-7B9E-B0B0BD2D45AE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B104DDBD-4A2D-F261-A13E-2A12EE7BB618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B2F3A720-4C97-AD9F-574E-2C191D112E29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D5A7B70A-31B9-146F-AE5A-329823F7BCE8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C62E655C-FD9A-5051-55F2-F9CF66FEB888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50F4BAAA-4D71-4DEA-EDEE-8E0FD89D4B49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5C59A8EF-D2DA-F12E-DDBA-8EB58893EDB5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5C3F99F9-0A68-402A-5703-15170CF5FA86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F51A3CCB-A7B2-D39E-DD4E-39540F5DE135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344A2B9F-AACD-4ADE-C36B-49A65224F2D3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EABF2CD4-3C33-F0F1-25E7-6A7F1A809F79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0FB8EA7B-24C5-8842-7033-C42C62D6AB2E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56682233-2A8E-D690-7FBD-41B06D792305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88E28E4D-F7FF-F732-FC75-4786B7D1BB95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5E929A2-D191-A8AD-5862-F8FA420BE787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CAD74814-52B8-0D43-124B-1BBA1B5AD8DB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9CF0D1F9-F064-340B-6056-BE00493E135A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26C5454C-27D3-3B63-F820-600310F3A304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130EA92A-1548-FCAF-3401-6DA99620E133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BAD4F159-2D5C-2826-9A4C-4FF935F4DE81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33749859-69CF-70ED-232D-60DADDA210C7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ECA9759-DC98-083B-2B8E-27FACAB9FC60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2555B01-3CF2-E7EA-5B45-CDADF37C6638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06E12D57-372A-78DE-9002-900A0BEAF563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01C88438-6DD5-DCF2-1F11-0E3A9602131F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D98AF41A-F2DF-ACE2-AA80-8BBF05A177C9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0EC2C1B1-242D-78BC-3F4F-DBD9FA5F9997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63595F73-C5E1-64AD-9287-B067402A65BE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CF70C82F-D48C-DFF0-4582-7460A129A499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EB75F45D-F284-EB46-5120-495BC27285DB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274FF904-F286-6FF8-9CC9-FCB9EA6D50D5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4A0BACBE-788A-6B12-66CC-404326D80340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7E64CB37-D370-9534-2AE3-5ACDFC5AABD4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3D4BAE87-D728-CF17-0212-46669238F7D6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F7C63ED6-DAD2-8955-1FF2-0FCD1542CE4C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C84E73DD-FE03-6995-A4B1-F02489A91679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44535B2-2439-137B-B3F2-FF8759BFDB90}"/>
              </a:ext>
            </a:extLst>
          </p:cNvPr>
          <p:cNvGrpSpPr/>
          <p:nvPr/>
        </p:nvGrpSpPr>
        <p:grpSpPr>
          <a:xfrm>
            <a:off x="2880236" y="2015396"/>
            <a:ext cx="657406" cy="657406"/>
            <a:chOff x="4172406" y="2301780"/>
            <a:chExt cx="694758" cy="703292"/>
          </a:xfrm>
          <a:solidFill>
            <a:schemeClr val="bg1">
              <a:lumMod val="95000"/>
            </a:schemeClr>
          </a:solidFill>
        </p:grpSpPr>
        <p:sp>
          <p:nvSpPr>
            <p:cNvPr id="103" name="Cube 102">
              <a:extLst>
                <a:ext uri="{FF2B5EF4-FFF2-40B4-BE49-F238E27FC236}">
                  <a16:creationId xmlns:a16="http://schemas.microsoft.com/office/drawing/2014/main" id="{213AD651-A7DC-A88D-6133-43BA034C805F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4" name="Cube 103">
              <a:extLst>
                <a:ext uri="{FF2B5EF4-FFF2-40B4-BE49-F238E27FC236}">
                  <a16:creationId xmlns:a16="http://schemas.microsoft.com/office/drawing/2014/main" id="{1BF30579-FC39-5090-CD90-21BF8693766C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61A7A7F5-1477-E61C-73AD-7E6328B31B8C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AAE23DB0-1DAB-A977-40D2-6608599951A2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D3543EE-A83F-FD18-DC91-DE68C7D780BB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68896ADE-AB56-0C78-CEA7-785E2E9477DA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C66DA932-82C5-FC3B-CFC9-CF91BAAE36BA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8F752F36-09AD-ED2B-E503-FA29AA796DED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991FC3DA-8ECF-5E48-8409-A03E6CDE71E6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DE79DE36-ADBF-BE25-50C1-C83C8EF3098A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B88DA129-1EA6-8F29-D684-4FCADE7B804F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83625B5A-6130-0CC0-99BD-0BE26D1DB757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5" name="Cube 114">
              <a:extLst>
                <a:ext uri="{FF2B5EF4-FFF2-40B4-BE49-F238E27FC236}">
                  <a16:creationId xmlns:a16="http://schemas.microsoft.com/office/drawing/2014/main" id="{32034C1F-CB6B-2CFB-C44D-2F9306437F35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6" name="Cube 115">
              <a:extLst>
                <a:ext uri="{FF2B5EF4-FFF2-40B4-BE49-F238E27FC236}">
                  <a16:creationId xmlns:a16="http://schemas.microsoft.com/office/drawing/2014/main" id="{4A93BD3B-E95E-9CF6-C4BB-6FEC47F0A9E9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7" name="Cube 116">
              <a:extLst>
                <a:ext uri="{FF2B5EF4-FFF2-40B4-BE49-F238E27FC236}">
                  <a16:creationId xmlns:a16="http://schemas.microsoft.com/office/drawing/2014/main" id="{3D3E077F-9430-EC18-3344-C150E0ADA518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8" name="Cube 117">
              <a:extLst>
                <a:ext uri="{FF2B5EF4-FFF2-40B4-BE49-F238E27FC236}">
                  <a16:creationId xmlns:a16="http://schemas.microsoft.com/office/drawing/2014/main" id="{A144DA81-70DB-64F4-CEC5-9CC7932D4375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7A68946-82E8-F7E2-79CB-2A5A4D37C61A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EE739774-E50E-FD46-3D5C-EED89A5E8C0D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1" name="Cube 120">
              <a:extLst>
                <a:ext uri="{FF2B5EF4-FFF2-40B4-BE49-F238E27FC236}">
                  <a16:creationId xmlns:a16="http://schemas.microsoft.com/office/drawing/2014/main" id="{ED51D9A1-8840-9F8A-8138-DD082E4B59BE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B4236C1E-7166-113C-1E10-554B634EE119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2B976B87-734A-BC42-EF2C-CABDFE107848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56C08EB9-A58B-7250-AC47-F7AB79E1B57F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66405F0D-7206-B75D-B47C-4679492988EE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7396A9B6-6B64-1243-5363-C55781759CD4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19BCD85A-EE89-CE5A-D67D-22595B2A09B0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3325AF96-B1B7-0CF1-47F3-B8B78F9E43C0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911786EE-A756-22FB-7D8E-2CA2ECA67133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3748B928-857A-3B5F-912E-B3A1437BD4B0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49A5893B-46D7-50C7-2094-9C42EE04E821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E410E13D-38C8-6EF4-EABE-1D1B49C9B398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0903CE32-9483-92EC-F6C7-F247E064B4B5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F11BD8D1-B59E-2E3E-7B9E-B79E5F9B36B5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61D64D9E-0E8D-15B0-D7D0-95894BBC264E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2BC95B93-B1FA-1556-CC18-B657060D2F85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AF042815-2ADA-374B-44C5-F21CF7D04958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39DD4A11-583D-6678-692F-BF171C488F29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0884DAA7-DA74-A6BE-5208-1812D7B520BB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7CC7E1B9-362F-5ECF-ED06-DBE9CE06B843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9FDA2796-5FDB-909D-0E41-865212ED4013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444B13F0-044E-CD97-F3B7-1FC9EC64E50F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71035996-081C-33AC-9AB1-8351B144E499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C072D66A-1F6D-8BF0-6FD0-790304A9B3D9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149CB627-E8CF-CEE3-A843-8409535A889C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54E1BA3A-95DC-CA8C-9B94-9E517611C861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A38ED8AB-CAEB-3E03-31FF-F9D44F5641E8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39E7C7F6-716D-561D-A6BF-CE0B91653FE5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43A7702-1A50-F28F-F94E-51E7B1E1B3E0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0FD54940-75AE-183A-E53B-5EFAD103B580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13FD2B88-BB1C-088B-58B1-A84E095AED51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F1AB3A30-F076-6C0E-C5C0-89E4081AAFCB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DC6EBF7-B35C-71E2-0952-3A64D269B5A6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B3C04762-9038-9A04-3DA9-6D38D8693497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49C2D9BD-512E-D810-FB65-2A096F3F3A53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D125481A-032F-35D8-D480-EA1A9D8061AB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9FB689F1-2080-06E8-8CF8-1DCC14600423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68F67CC6-3949-D8E2-7FD5-FC802E7F2EFC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F1495C55-C060-A026-B7BF-277531D4BC99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054BF51B-742D-0C6B-2DD2-5B2D9FE1FF72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1E13447-7187-C063-60C9-E29A985FD6BD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8D83908D-7818-F1D0-DD7E-28956A0AFFED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D962BD40-340E-B51E-76D1-C9E82033AB16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996A8D-FB66-D3EA-7A96-E99AD45F313A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5270A5F5-CEC9-4921-25F4-EDF59E377BA4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E28BC87-C17B-B650-60CF-31F769D656C9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79C037F8-6005-E360-CA2F-ACC5E7AE9529}"/>
              </a:ext>
            </a:extLst>
          </p:cNvPr>
          <p:cNvCxnSpPr>
            <a:cxnSpLocks/>
          </p:cNvCxnSpPr>
          <p:nvPr/>
        </p:nvCxnSpPr>
        <p:spPr>
          <a:xfrm>
            <a:off x="3156092" y="1726679"/>
            <a:ext cx="0" cy="25602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DA98FCC1-815A-5AC3-EF39-CFE1792E1AF6}"/>
              </a:ext>
            </a:extLst>
          </p:cNvPr>
          <p:cNvCxnSpPr>
            <a:cxnSpLocks/>
            <a:stCxn id="179" idx="6"/>
            <a:endCxn id="89" idx="2"/>
          </p:cNvCxnSpPr>
          <p:nvPr/>
        </p:nvCxnSpPr>
        <p:spPr>
          <a:xfrm flipV="1">
            <a:off x="2560515" y="1359311"/>
            <a:ext cx="319722" cy="416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Arrow Connector 744">
            <a:extLst>
              <a:ext uri="{FF2B5EF4-FFF2-40B4-BE49-F238E27FC236}">
                <a16:creationId xmlns:a16="http://schemas.microsoft.com/office/drawing/2014/main" id="{7DD5A60A-D42B-29D5-0866-EEDAA7BBF947}"/>
              </a:ext>
            </a:extLst>
          </p:cNvPr>
          <p:cNvCxnSpPr>
            <a:cxnSpLocks/>
            <a:stCxn id="180" idx="6"/>
            <a:endCxn id="155" idx="2"/>
          </p:cNvCxnSpPr>
          <p:nvPr/>
        </p:nvCxnSpPr>
        <p:spPr>
          <a:xfrm flipV="1">
            <a:off x="2555141" y="2356834"/>
            <a:ext cx="325095" cy="598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Arrow Connector 746">
            <a:extLst>
              <a:ext uri="{FF2B5EF4-FFF2-40B4-BE49-F238E27FC236}">
                <a16:creationId xmlns:a16="http://schemas.microsoft.com/office/drawing/2014/main" id="{F39F9A57-2587-EAB5-27F0-1473E070205F}"/>
              </a:ext>
            </a:extLst>
          </p:cNvPr>
          <p:cNvCxnSpPr>
            <a:cxnSpLocks/>
            <a:stCxn id="176" idx="6"/>
            <a:endCxn id="434" idx="2"/>
          </p:cNvCxnSpPr>
          <p:nvPr/>
        </p:nvCxnSpPr>
        <p:spPr>
          <a:xfrm>
            <a:off x="2528530" y="4564076"/>
            <a:ext cx="262391" cy="265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Arrow Connector 748">
            <a:extLst>
              <a:ext uri="{FF2B5EF4-FFF2-40B4-BE49-F238E27FC236}">
                <a16:creationId xmlns:a16="http://schemas.microsoft.com/office/drawing/2014/main" id="{DA21ABBF-8216-B092-8EE7-4F8C39D6EC66}"/>
              </a:ext>
            </a:extLst>
          </p:cNvPr>
          <p:cNvCxnSpPr>
            <a:cxnSpLocks/>
            <a:stCxn id="11" idx="6"/>
            <a:endCxn id="578" idx="2"/>
          </p:cNvCxnSpPr>
          <p:nvPr/>
        </p:nvCxnSpPr>
        <p:spPr>
          <a:xfrm>
            <a:off x="2540608" y="5574420"/>
            <a:ext cx="257492" cy="223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Arrow Connector 817">
            <a:extLst>
              <a:ext uri="{FF2B5EF4-FFF2-40B4-BE49-F238E27FC236}">
                <a16:creationId xmlns:a16="http://schemas.microsoft.com/office/drawing/2014/main" id="{43B0C09A-DE6F-4632-B6CA-D73487A81BBE}"/>
              </a:ext>
            </a:extLst>
          </p:cNvPr>
          <p:cNvCxnSpPr>
            <a:cxnSpLocks/>
          </p:cNvCxnSpPr>
          <p:nvPr/>
        </p:nvCxnSpPr>
        <p:spPr>
          <a:xfrm>
            <a:off x="3156612" y="1858482"/>
            <a:ext cx="837237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3" name="TextBox 822">
            <a:extLst>
              <a:ext uri="{FF2B5EF4-FFF2-40B4-BE49-F238E27FC236}">
                <a16:creationId xmlns:a16="http://schemas.microsoft.com/office/drawing/2014/main" id="{1068B31D-64FD-81B8-FF31-16DBC9FFE45C}"/>
              </a:ext>
            </a:extLst>
          </p:cNvPr>
          <p:cNvSpPr txBox="1"/>
          <p:nvPr/>
        </p:nvSpPr>
        <p:spPr>
          <a:xfrm>
            <a:off x="3257128" y="1622644"/>
            <a:ext cx="771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100" dirty="0" err="1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Concat</a:t>
            </a:r>
            <a:r>
              <a:rPr lang="en-US" altLang="zh-CN" sz="1100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.</a:t>
            </a:r>
            <a:endParaRPr lang="en-US" sz="1100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824" name="TextBox 823">
            <a:extLst>
              <a:ext uri="{FF2B5EF4-FFF2-40B4-BE49-F238E27FC236}">
                <a16:creationId xmlns:a16="http://schemas.microsoft.com/office/drawing/2014/main" id="{202A8943-6B17-C93F-4D0C-FCEE3696BD7A}"/>
              </a:ext>
            </a:extLst>
          </p:cNvPr>
          <p:cNvSpPr txBox="1"/>
          <p:nvPr/>
        </p:nvSpPr>
        <p:spPr>
          <a:xfrm>
            <a:off x="3206068" y="4835035"/>
            <a:ext cx="771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100" dirty="0" err="1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Concat</a:t>
            </a:r>
            <a:r>
              <a:rPr lang="en-US" altLang="zh-CN" sz="1100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.</a:t>
            </a:r>
            <a:endParaRPr lang="en-US" sz="1100" dirty="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2" name="TextBox 831">
                <a:extLst>
                  <a:ext uri="{FF2B5EF4-FFF2-40B4-BE49-F238E27FC236}">
                    <a16:creationId xmlns:a16="http://schemas.microsoft.com/office/drawing/2014/main" id="{BF25080C-A402-280E-B08D-942FBC1DB8C8}"/>
                  </a:ext>
                </a:extLst>
              </p:cNvPr>
              <p:cNvSpPr txBox="1"/>
              <p:nvPr/>
            </p:nvSpPr>
            <p:spPr>
              <a:xfrm>
                <a:off x="2711961" y="6029354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𝒘𝒂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832" name="TextBox 831">
                <a:extLst>
                  <a:ext uri="{FF2B5EF4-FFF2-40B4-BE49-F238E27FC236}">
                    <a16:creationId xmlns:a16="http://schemas.microsoft.com/office/drawing/2014/main" id="{BF25080C-A402-280E-B08D-942FBC1DB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961" y="6029354"/>
                <a:ext cx="8217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46537E5A-EBCA-37D6-0DE0-F8326F5156B3}"/>
              </a:ext>
            </a:extLst>
          </p:cNvPr>
          <p:cNvCxnSpPr>
            <a:cxnSpLocks/>
          </p:cNvCxnSpPr>
          <p:nvPr/>
        </p:nvCxnSpPr>
        <p:spPr>
          <a:xfrm>
            <a:off x="4320000" y="2736000"/>
            <a:ext cx="1645" cy="136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5" name="TextBox 834">
            <a:extLst>
              <a:ext uri="{FF2B5EF4-FFF2-40B4-BE49-F238E27FC236}">
                <a16:creationId xmlns:a16="http://schemas.microsoft.com/office/drawing/2014/main" id="{DB40845B-2D95-A46E-2E5E-68FE8BA4052B}"/>
              </a:ext>
            </a:extLst>
          </p:cNvPr>
          <p:cNvSpPr txBox="1"/>
          <p:nvPr/>
        </p:nvSpPr>
        <p:spPr>
          <a:xfrm>
            <a:off x="3603820" y="3166800"/>
            <a:ext cx="77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en-US" altLang="zh-CN" sz="1200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Shared</a:t>
            </a:r>
            <a:endParaRPr lang="en-US" sz="1000" dirty="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837" name="Straight Arrow Connector 836">
            <a:extLst>
              <a:ext uri="{FF2B5EF4-FFF2-40B4-BE49-F238E27FC236}">
                <a16:creationId xmlns:a16="http://schemas.microsoft.com/office/drawing/2014/main" id="{5A921BF2-567E-FCC4-65FA-5596E5FA67A0}"/>
              </a:ext>
            </a:extLst>
          </p:cNvPr>
          <p:cNvCxnSpPr>
            <a:cxnSpLocks/>
          </p:cNvCxnSpPr>
          <p:nvPr/>
        </p:nvCxnSpPr>
        <p:spPr>
          <a:xfrm>
            <a:off x="5458867" y="2308715"/>
            <a:ext cx="0" cy="13816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Elbow Connector 974">
            <a:extLst>
              <a:ext uri="{FF2B5EF4-FFF2-40B4-BE49-F238E27FC236}">
                <a16:creationId xmlns:a16="http://schemas.microsoft.com/office/drawing/2014/main" id="{B42DBBD0-48D4-7A66-FBBD-F83E9319CF2E}"/>
              </a:ext>
            </a:extLst>
          </p:cNvPr>
          <p:cNvCxnSpPr>
            <a:cxnSpLocks/>
            <a:endCxn id="1026" idx="2"/>
          </p:cNvCxnSpPr>
          <p:nvPr/>
        </p:nvCxnSpPr>
        <p:spPr>
          <a:xfrm rot="5400000" flipH="1" flipV="1">
            <a:off x="7320924" y="4425060"/>
            <a:ext cx="1138250" cy="338710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Elbow Connector 976">
            <a:extLst>
              <a:ext uri="{FF2B5EF4-FFF2-40B4-BE49-F238E27FC236}">
                <a16:creationId xmlns:a16="http://schemas.microsoft.com/office/drawing/2014/main" id="{57972CE6-0DF1-2AEF-4F66-7466145CBAA3}"/>
              </a:ext>
            </a:extLst>
          </p:cNvPr>
          <p:cNvCxnSpPr>
            <a:cxnSpLocks/>
            <a:endCxn id="1029" idx="2"/>
          </p:cNvCxnSpPr>
          <p:nvPr/>
        </p:nvCxnSpPr>
        <p:spPr>
          <a:xfrm rot="16200000" flipH="1">
            <a:off x="7219599" y="5153596"/>
            <a:ext cx="1330601" cy="328411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2" name="TextBox 981">
            <a:extLst>
              <a:ext uri="{FF2B5EF4-FFF2-40B4-BE49-F238E27FC236}">
                <a16:creationId xmlns:a16="http://schemas.microsoft.com/office/drawing/2014/main" id="{3427FEBA-4FC1-7587-D92F-23275E4E2BE8}"/>
              </a:ext>
            </a:extLst>
          </p:cNvPr>
          <p:cNvSpPr txBox="1"/>
          <p:nvPr/>
        </p:nvSpPr>
        <p:spPr>
          <a:xfrm>
            <a:off x="7135302" y="4707991"/>
            <a:ext cx="7711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100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Split</a:t>
            </a:r>
            <a:endParaRPr lang="en-US" sz="1000" dirty="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989" name="Straight Arrow Connector 988">
            <a:extLst>
              <a:ext uri="{FF2B5EF4-FFF2-40B4-BE49-F238E27FC236}">
                <a16:creationId xmlns:a16="http://schemas.microsoft.com/office/drawing/2014/main" id="{69E4C8E5-280A-F181-3DA7-3792948BCEE2}"/>
              </a:ext>
            </a:extLst>
          </p:cNvPr>
          <p:cNvCxnSpPr>
            <a:cxnSpLocks/>
          </p:cNvCxnSpPr>
          <p:nvPr/>
        </p:nvCxnSpPr>
        <p:spPr>
          <a:xfrm flipV="1">
            <a:off x="5841308" y="1848467"/>
            <a:ext cx="563470" cy="6221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A6C63127-BD34-9F5F-AD72-E84350B6247D}"/>
              </a:ext>
            </a:extLst>
          </p:cNvPr>
          <p:cNvCxnSpPr>
            <a:cxnSpLocks/>
          </p:cNvCxnSpPr>
          <p:nvPr/>
        </p:nvCxnSpPr>
        <p:spPr>
          <a:xfrm>
            <a:off x="720000" y="3420000"/>
            <a:ext cx="108000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8" name="TextBox 997">
                <a:extLst>
                  <a:ext uri="{FF2B5EF4-FFF2-40B4-BE49-F238E27FC236}">
                    <a16:creationId xmlns:a16="http://schemas.microsoft.com/office/drawing/2014/main" id="{D44B4EB3-7E10-0CF5-18AE-17F855DFEB01}"/>
                  </a:ext>
                </a:extLst>
              </p:cNvPr>
              <p:cNvSpPr txBox="1"/>
              <p:nvPr/>
            </p:nvSpPr>
            <p:spPr>
              <a:xfrm>
                <a:off x="4637804" y="2829362"/>
                <a:ext cx="7711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457200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𝑭𝑪</m:t>
                          </m:r>
                        </m:sub>
                      </m:sSub>
                    </m:oMath>
                  </m:oMathPara>
                </a14:m>
                <a:endParaRPr lang="en-US" sz="1000" b="1" dirty="0">
                  <a:solidFill>
                    <a:srgbClr val="FF0000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998" name="TextBox 997">
                <a:extLst>
                  <a:ext uri="{FF2B5EF4-FFF2-40B4-BE49-F238E27FC236}">
                    <a16:creationId xmlns:a16="http://schemas.microsoft.com/office/drawing/2014/main" id="{D44B4EB3-7E10-0CF5-18AE-17F855DFE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804" y="2829362"/>
                <a:ext cx="771161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0" name="TextBox 999">
                <a:extLst>
                  <a:ext uri="{FF2B5EF4-FFF2-40B4-BE49-F238E27FC236}">
                    <a16:creationId xmlns:a16="http://schemas.microsoft.com/office/drawing/2014/main" id="{54F6CFB9-EE28-5EC5-7415-0EB1EFD283DC}"/>
                  </a:ext>
                </a:extLst>
              </p:cNvPr>
              <p:cNvSpPr txBox="1"/>
              <p:nvPr/>
            </p:nvSpPr>
            <p:spPr>
              <a:xfrm>
                <a:off x="2819969" y="632129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𝒔𝒔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0" name="TextBox 999">
                <a:extLst>
                  <a:ext uri="{FF2B5EF4-FFF2-40B4-BE49-F238E27FC236}">
                    <a16:creationId xmlns:a16="http://schemas.microsoft.com/office/drawing/2014/main" id="{54F6CFB9-EE28-5EC5-7415-0EB1EFD28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69" y="632129"/>
                <a:ext cx="821758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1" name="TextBox 1000">
                <a:extLst>
                  <a:ext uri="{FF2B5EF4-FFF2-40B4-BE49-F238E27FC236}">
                    <a16:creationId xmlns:a16="http://schemas.microsoft.com/office/drawing/2014/main" id="{38456E30-3D35-44E9-3260-8F77DDDD2696}"/>
                  </a:ext>
                </a:extLst>
              </p:cNvPr>
              <p:cNvSpPr txBox="1"/>
              <p:nvPr/>
            </p:nvSpPr>
            <p:spPr>
              <a:xfrm>
                <a:off x="2786841" y="2804378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𝒔𝒂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1" name="TextBox 1000">
                <a:extLst>
                  <a:ext uri="{FF2B5EF4-FFF2-40B4-BE49-F238E27FC236}">
                    <a16:creationId xmlns:a16="http://schemas.microsoft.com/office/drawing/2014/main" id="{38456E30-3D35-44E9-3260-8F77DDDD2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41" y="2804378"/>
                <a:ext cx="82175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4" name="TextBox 1003">
                <a:extLst>
                  <a:ext uri="{FF2B5EF4-FFF2-40B4-BE49-F238E27FC236}">
                    <a16:creationId xmlns:a16="http://schemas.microsoft.com/office/drawing/2014/main" id="{627F417C-BDE9-BD87-EB88-74D3511CBE15}"/>
                  </a:ext>
                </a:extLst>
              </p:cNvPr>
              <p:cNvSpPr txBox="1"/>
              <p:nvPr/>
            </p:nvSpPr>
            <p:spPr>
              <a:xfrm>
                <a:off x="2748105" y="3825254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𝒘𝒔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4" name="TextBox 1003">
                <a:extLst>
                  <a:ext uri="{FF2B5EF4-FFF2-40B4-BE49-F238E27FC236}">
                    <a16:creationId xmlns:a16="http://schemas.microsoft.com/office/drawing/2014/main" id="{627F417C-BDE9-BD87-EB88-74D3511CB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105" y="3825254"/>
                <a:ext cx="8217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TextBox 1004">
                <a:extLst>
                  <a:ext uri="{FF2B5EF4-FFF2-40B4-BE49-F238E27FC236}">
                    <a16:creationId xmlns:a16="http://schemas.microsoft.com/office/drawing/2014/main" id="{18D346E7-A1AD-F8BC-C8FF-C26143228C99}"/>
                  </a:ext>
                </a:extLst>
              </p:cNvPr>
              <p:cNvSpPr txBox="1"/>
              <p:nvPr/>
            </p:nvSpPr>
            <p:spPr>
              <a:xfrm>
                <a:off x="733239" y="2808682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5" name="TextBox 1004">
                <a:extLst>
                  <a:ext uri="{FF2B5EF4-FFF2-40B4-BE49-F238E27FC236}">
                    <a16:creationId xmlns:a16="http://schemas.microsoft.com/office/drawing/2014/main" id="{18D346E7-A1AD-F8BC-C8FF-C26143228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9" y="2808682"/>
                <a:ext cx="58532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TextBox 1005">
                <a:extLst>
                  <a:ext uri="{FF2B5EF4-FFF2-40B4-BE49-F238E27FC236}">
                    <a16:creationId xmlns:a16="http://schemas.microsoft.com/office/drawing/2014/main" id="{A83388BD-F212-B079-EF7D-4B73845F6313}"/>
                  </a:ext>
                </a:extLst>
              </p:cNvPr>
              <p:cNvSpPr txBox="1"/>
              <p:nvPr/>
            </p:nvSpPr>
            <p:spPr>
              <a:xfrm>
                <a:off x="747848" y="3821361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6" name="TextBox 1005">
                <a:extLst>
                  <a:ext uri="{FF2B5EF4-FFF2-40B4-BE49-F238E27FC236}">
                    <a16:creationId xmlns:a16="http://schemas.microsoft.com/office/drawing/2014/main" id="{A83388BD-F212-B079-EF7D-4B73845F6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48" y="3821361"/>
                <a:ext cx="58532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TextBox 1006">
                <a:extLst>
                  <a:ext uri="{FF2B5EF4-FFF2-40B4-BE49-F238E27FC236}">
                    <a16:creationId xmlns:a16="http://schemas.microsoft.com/office/drawing/2014/main" id="{C5AF0AA5-82DC-7D19-84F5-AE16B953EF50}"/>
                  </a:ext>
                </a:extLst>
              </p:cNvPr>
              <p:cNvSpPr txBox="1"/>
              <p:nvPr/>
            </p:nvSpPr>
            <p:spPr>
              <a:xfrm>
                <a:off x="1847444" y="2808682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𝒔𝒂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7" name="TextBox 1006">
                <a:extLst>
                  <a:ext uri="{FF2B5EF4-FFF2-40B4-BE49-F238E27FC236}">
                    <a16:creationId xmlns:a16="http://schemas.microsoft.com/office/drawing/2014/main" id="{C5AF0AA5-82DC-7D19-84F5-AE16B953E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444" y="2808682"/>
                <a:ext cx="58532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TextBox 1007">
                <a:extLst>
                  <a:ext uri="{FF2B5EF4-FFF2-40B4-BE49-F238E27FC236}">
                    <a16:creationId xmlns:a16="http://schemas.microsoft.com/office/drawing/2014/main" id="{5171B7CD-6C18-D8A1-CF46-857BBB63BA77}"/>
                  </a:ext>
                </a:extLst>
              </p:cNvPr>
              <p:cNvSpPr txBox="1"/>
              <p:nvPr/>
            </p:nvSpPr>
            <p:spPr>
              <a:xfrm>
                <a:off x="1820894" y="6033373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𝒘𝒂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8" name="TextBox 1007">
                <a:extLst>
                  <a:ext uri="{FF2B5EF4-FFF2-40B4-BE49-F238E27FC236}">
                    <a16:creationId xmlns:a16="http://schemas.microsoft.com/office/drawing/2014/main" id="{5171B7CD-6C18-D8A1-CF46-857BBB63B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94" y="6033373"/>
                <a:ext cx="58532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9" name="TextBox 1008">
                <a:extLst>
                  <a:ext uri="{FF2B5EF4-FFF2-40B4-BE49-F238E27FC236}">
                    <a16:creationId xmlns:a16="http://schemas.microsoft.com/office/drawing/2014/main" id="{A03433B9-E7B6-E6C6-2FBE-C422A740B81C}"/>
                  </a:ext>
                </a:extLst>
              </p:cNvPr>
              <p:cNvSpPr txBox="1"/>
              <p:nvPr/>
            </p:nvSpPr>
            <p:spPr>
              <a:xfrm>
                <a:off x="1854745" y="3821361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𝒘𝒔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09" name="TextBox 1008">
                <a:extLst>
                  <a:ext uri="{FF2B5EF4-FFF2-40B4-BE49-F238E27FC236}">
                    <a16:creationId xmlns:a16="http://schemas.microsoft.com/office/drawing/2014/main" id="{A03433B9-E7B6-E6C6-2FBE-C422A740B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745" y="3821361"/>
                <a:ext cx="58532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E8F15A4B-09F3-5336-2941-A4E5553B53BA}"/>
                  </a:ext>
                </a:extLst>
              </p:cNvPr>
              <p:cNvSpPr txBox="1"/>
              <p:nvPr/>
            </p:nvSpPr>
            <p:spPr>
              <a:xfrm>
                <a:off x="1861062" y="632130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𝒔𝒔</m:t>
                          </m:r>
                        </m:sup>
                      </m:sSup>
                    </m:oMath>
                  </m:oMathPara>
                </a14:m>
                <a:endParaRPr lang="en-US" sz="12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10" name="TextBox 1009">
                <a:extLst>
                  <a:ext uri="{FF2B5EF4-FFF2-40B4-BE49-F238E27FC236}">
                    <a16:creationId xmlns:a16="http://schemas.microsoft.com/office/drawing/2014/main" id="{E8F15A4B-09F3-5336-2941-A4E5553B5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062" y="632130"/>
                <a:ext cx="58532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" name="TextBox 1012">
            <a:extLst>
              <a:ext uri="{FF2B5EF4-FFF2-40B4-BE49-F238E27FC236}">
                <a16:creationId xmlns:a16="http://schemas.microsoft.com/office/drawing/2014/main" id="{B1FF362D-A9A7-5D22-E858-202F00E8315C}"/>
              </a:ext>
            </a:extLst>
          </p:cNvPr>
          <p:cNvSpPr txBox="1"/>
          <p:nvPr/>
        </p:nvSpPr>
        <p:spPr>
          <a:xfrm>
            <a:off x="3959774" y="5872797"/>
            <a:ext cx="77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Encoder</a:t>
            </a:r>
          </a:p>
        </p:txBody>
      </p:sp>
      <p:sp>
        <p:nvSpPr>
          <p:cNvPr id="1014" name="TextBox 1013">
            <a:extLst>
              <a:ext uri="{FF2B5EF4-FFF2-40B4-BE49-F238E27FC236}">
                <a16:creationId xmlns:a16="http://schemas.microsoft.com/office/drawing/2014/main" id="{7AFE16B2-419F-0C47-C2A0-D053F526AD5F}"/>
              </a:ext>
            </a:extLst>
          </p:cNvPr>
          <p:cNvSpPr txBox="1"/>
          <p:nvPr/>
        </p:nvSpPr>
        <p:spPr>
          <a:xfrm>
            <a:off x="3968155" y="846344"/>
            <a:ext cx="77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Encoder</a:t>
            </a:r>
          </a:p>
        </p:txBody>
      </p:sp>
      <p:sp>
        <p:nvSpPr>
          <p:cNvPr id="1015" name="TextBox 1014">
            <a:extLst>
              <a:ext uri="{FF2B5EF4-FFF2-40B4-BE49-F238E27FC236}">
                <a16:creationId xmlns:a16="http://schemas.microsoft.com/office/drawing/2014/main" id="{048B7A4A-4090-128C-B014-3D8DE94B77A5}"/>
              </a:ext>
            </a:extLst>
          </p:cNvPr>
          <p:cNvSpPr txBox="1"/>
          <p:nvPr/>
        </p:nvSpPr>
        <p:spPr>
          <a:xfrm>
            <a:off x="6348735" y="847165"/>
            <a:ext cx="1142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Decoder</a:t>
            </a:r>
          </a:p>
        </p:txBody>
      </p:sp>
      <p:sp>
        <p:nvSpPr>
          <p:cNvPr id="1016" name="TextBox 1015">
            <a:extLst>
              <a:ext uri="{FF2B5EF4-FFF2-40B4-BE49-F238E27FC236}">
                <a16:creationId xmlns:a16="http://schemas.microsoft.com/office/drawing/2014/main" id="{197C47C2-C57D-8E70-929B-AAF722F540B4}"/>
              </a:ext>
            </a:extLst>
          </p:cNvPr>
          <p:cNvSpPr txBox="1"/>
          <p:nvPr/>
        </p:nvSpPr>
        <p:spPr>
          <a:xfrm>
            <a:off x="6510529" y="5869324"/>
            <a:ext cx="950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Decoder</a:t>
            </a:r>
            <a:endParaRPr lang="en-US" altLang="zh-CN" sz="1000" b="1" dirty="0">
              <a:solidFill>
                <a:prstClr val="black"/>
              </a:solidFill>
              <a:latin typeface="Aptos" panose="0211000402020202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7" name="TextBox 1016">
                <a:extLst>
                  <a:ext uri="{FF2B5EF4-FFF2-40B4-BE49-F238E27FC236}">
                    <a16:creationId xmlns:a16="http://schemas.microsoft.com/office/drawing/2014/main" id="{F356F565-4883-546B-A422-BA9C7B7F0CFB}"/>
                  </a:ext>
                </a:extLst>
              </p:cNvPr>
              <p:cNvSpPr txBox="1"/>
              <p:nvPr/>
            </p:nvSpPr>
            <p:spPr>
              <a:xfrm>
                <a:off x="5088818" y="1079307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US" sz="10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17" name="TextBox 1016">
                <a:extLst>
                  <a:ext uri="{FF2B5EF4-FFF2-40B4-BE49-F238E27FC236}">
                    <a16:creationId xmlns:a16="http://schemas.microsoft.com/office/drawing/2014/main" id="{F356F565-4883-546B-A422-BA9C7B7F0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818" y="1079307"/>
                <a:ext cx="821758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923B2A26-E3B7-A46C-B8DA-1E1ADF354714}"/>
                  </a:ext>
                </a:extLst>
              </p:cNvPr>
              <p:cNvSpPr txBox="1"/>
              <p:nvPr/>
            </p:nvSpPr>
            <p:spPr>
              <a:xfrm>
                <a:off x="5047988" y="6024895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</m:oMath>
                  </m:oMathPara>
                </a14:m>
                <a:endParaRPr lang="en-US" sz="1000" b="1" i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923B2A26-E3B7-A46C-B8DA-1E1ADF35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88" y="6024895"/>
                <a:ext cx="821758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0" name="TextBox 1049">
            <a:extLst>
              <a:ext uri="{FF2B5EF4-FFF2-40B4-BE49-F238E27FC236}">
                <a16:creationId xmlns:a16="http://schemas.microsoft.com/office/drawing/2014/main" id="{B7A5BD33-DB93-F082-88AA-AF31DE8120A9}"/>
              </a:ext>
            </a:extLst>
          </p:cNvPr>
          <p:cNvSpPr txBox="1"/>
          <p:nvPr/>
        </p:nvSpPr>
        <p:spPr>
          <a:xfrm>
            <a:off x="7739342" y="6484551"/>
            <a:ext cx="980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Classifier</a:t>
            </a:r>
          </a:p>
        </p:txBody>
      </p: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10923EA9-FE0B-B465-13D1-CBC9A8B5B9FA}"/>
              </a:ext>
            </a:extLst>
          </p:cNvPr>
          <p:cNvCxnSpPr>
            <a:cxnSpLocks/>
          </p:cNvCxnSpPr>
          <p:nvPr/>
        </p:nvCxnSpPr>
        <p:spPr>
          <a:xfrm flipH="1">
            <a:off x="7244819" y="5016046"/>
            <a:ext cx="2980613" cy="10961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A6E16353-1617-03C7-E2AF-5C17F86ABDE2}"/>
              </a:ext>
            </a:extLst>
          </p:cNvPr>
          <p:cNvSpPr txBox="1"/>
          <p:nvPr/>
        </p:nvSpPr>
        <p:spPr>
          <a:xfrm>
            <a:off x="10093815" y="5322959"/>
            <a:ext cx="7067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000" b="1" dirty="0">
                <a:solidFill>
                  <a:prstClr val="black"/>
                </a:solidFill>
                <a:ea typeface="等线" panose="02010600030101010101" pitchFamily="2" charset="-122"/>
              </a:rPr>
              <a:t>Metric</a:t>
            </a:r>
            <a:r>
              <a:rPr lang="zh-CN" altLang="en-US" sz="1000" b="1" dirty="0">
                <a:solidFill>
                  <a:prstClr val="black"/>
                </a:solidFill>
                <a:ea typeface="等线" panose="02010600030101010101" pitchFamily="2" charset="-122"/>
              </a:rPr>
              <a:t> </a:t>
            </a:r>
            <a:r>
              <a:rPr lang="en-US" altLang="zh-CN" sz="1000" b="1" dirty="0">
                <a:solidFill>
                  <a:prstClr val="black"/>
                </a:solidFill>
                <a:ea typeface="等线" panose="02010600030101010101" pitchFamily="2" charset="-122"/>
              </a:rPr>
              <a:t>Learner</a:t>
            </a:r>
          </a:p>
        </p:txBody>
      </p: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D512C3D4-4171-19B7-134C-1B72EF3B61DF}"/>
              </a:ext>
            </a:extLst>
          </p:cNvPr>
          <p:cNvGrpSpPr/>
          <p:nvPr/>
        </p:nvGrpSpPr>
        <p:grpSpPr>
          <a:xfrm>
            <a:off x="10902493" y="4601743"/>
            <a:ext cx="821758" cy="821758"/>
            <a:chOff x="4992108" y="5143051"/>
            <a:chExt cx="720000" cy="720000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135281DA-1438-6C86-4DC9-3E496F4F1E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2108" y="5143051"/>
              <a:ext cx="720000" cy="72000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2D005C5C-8868-A1FF-1458-BCD30E81B793}"/>
                </a:ext>
              </a:extLst>
            </p:cNvPr>
            <p:cNvSpPr>
              <a:spLocks noChangeAspect="1"/>
            </p:cNvSpPr>
            <p:nvPr/>
          </p:nvSpPr>
          <p:spPr>
            <a:xfrm rot="20212886">
              <a:off x="5081554" y="5336836"/>
              <a:ext cx="305453" cy="16109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BCFAD304-28BA-F183-952E-903D360FBAE9}"/>
                </a:ext>
              </a:extLst>
            </p:cNvPr>
            <p:cNvSpPr>
              <a:spLocks noChangeAspect="1"/>
            </p:cNvSpPr>
            <p:nvPr/>
          </p:nvSpPr>
          <p:spPr>
            <a:xfrm rot="972613">
              <a:off x="5184310" y="5590860"/>
              <a:ext cx="305453" cy="16109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A39A4E85-D991-C798-65AE-CC1EE1126072}"/>
                </a:ext>
              </a:extLst>
            </p:cNvPr>
            <p:cNvSpPr>
              <a:spLocks noChangeAspect="1"/>
            </p:cNvSpPr>
            <p:nvPr/>
          </p:nvSpPr>
          <p:spPr>
            <a:xfrm rot="4411749">
              <a:off x="5373967" y="5399215"/>
              <a:ext cx="305453" cy="16109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F0D94A85-FC8A-91F7-94EE-E9B378C335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45295" y="5411585"/>
              <a:ext cx="54000" cy="54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034800DE-9FA8-1D76-A612-1A81452416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6280" y="5427283"/>
              <a:ext cx="54000" cy="54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7193E4E2-A49A-B593-1CB5-8B36FC04F4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49486" y="5362311"/>
              <a:ext cx="54000" cy="54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5" name="Oval 1074">
              <a:extLst>
                <a:ext uri="{FF2B5EF4-FFF2-40B4-BE49-F238E27FC236}">
                  <a16:creationId xmlns:a16="http://schemas.microsoft.com/office/drawing/2014/main" id="{1F6F7132-F38D-975A-686F-9188EAF732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6177" y="5532664"/>
              <a:ext cx="54000" cy="5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94676690-D398-6C6D-F088-8DC13F2688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13156" y="5454283"/>
              <a:ext cx="54000" cy="5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D2A49B06-4DA4-4B68-6127-774689CF6A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6156" y="5392725"/>
              <a:ext cx="54000" cy="5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8" name="Oval 1077">
              <a:extLst>
                <a:ext uri="{FF2B5EF4-FFF2-40B4-BE49-F238E27FC236}">
                  <a16:creationId xmlns:a16="http://schemas.microsoft.com/office/drawing/2014/main" id="{09A9E1FD-48F9-8F60-944C-F9AF011ACE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2368" y="5644407"/>
              <a:ext cx="54000" cy="540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EEE29A74-E5DB-EC37-B973-F39C9D4401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43280" y="5598228"/>
              <a:ext cx="54000" cy="540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AC8B562D-0674-0F74-97BC-F6CCD8F899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0036" y="5685175"/>
              <a:ext cx="54000" cy="540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7481AF46-EFAC-EAB0-CFE4-19CB45320FF6}"/>
                  </a:ext>
                </a:extLst>
              </p:cNvPr>
              <p:cNvSpPr txBox="1"/>
              <p:nvPr/>
            </p:nvSpPr>
            <p:spPr>
              <a:xfrm>
                <a:off x="8776535" y="6484552"/>
                <a:ext cx="5853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CN" sz="12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</m:oMath>
                  </m:oMathPara>
                </a14:m>
                <a:endParaRPr lang="en-US" sz="12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7481AF46-EFAC-EAB0-CFE4-19CB45320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535" y="6484552"/>
                <a:ext cx="585327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6" name="TextBox 1085">
                <a:extLst>
                  <a:ext uri="{FF2B5EF4-FFF2-40B4-BE49-F238E27FC236}">
                    <a16:creationId xmlns:a16="http://schemas.microsoft.com/office/drawing/2014/main" id="{7E68C251-FD71-0CD0-3A6C-13B3DC0801DA}"/>
                  </a:ext>
                </a:extLst>
              </p:cNvPr>
              <p:cNvSpPr txBox="1"/>
              <p:nvPr/>
            </p:nvSpPr>
            <p:spPr>
              <a:xfrm>
                <a:off x="8830270" y="4575187"/>
                <a:ext cx="4778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𝒘𝒔</m:t>
                          </m:r>
                        </m:sup>
                      </m:sSup>
                    </m:oMath>
                  </m:oMathPara>
                </a14:m>
                <a:endParaRPr lang="en-US" sz="12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1086" name="TextBox 1085">
                <a:extLst>
                  <a:ext uri="{FF2B5EF4-FFF2-40B4-BE49-F238E27FC236}">
                    <a16:creationId xmlns:a16="http://schemas.microsoft.com/office/drawing/2014/main" id="{7E68C251-FD71-0CD0-3A6C-13B3DC080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270" y="4575187"/>
                <a:ext cx="477858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74CE5D7F-3F60-8FB1-F291-603D16035025}"/>
              </a:ext>
            </a:extLst>
          </p:cNvPr>
          <p:cNvCxnSpPr>
            <a:cxnSpLocks/>
          </p:cNvCxnSpPr>
          <p:nvPr/>
        </p:nvCxnSpPr>
        <p:spPr>
          <a:xfrm flipV="1">
            <a:off x="11335222" y="5453312"/>
            <a:ext cx="0" cy="28552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95EE8F6F-B732-086F-57C6-2EB9ABE711B5}"/>
                  </a:ext>
                </a:extLst>
              </p:cNvPr>
              <p:cNvSpPr txBox="1"/>
              <p:nvPr/>
            </p:nvSpPr>
            <p:spPr>
              <a:xfrm>
                <a:off x="10951801" y="5752149"/>
                <a:ext cx="7711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𝑺𝑪𝑪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rgbClr val="FF0000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98" name="TextBox 1097">
                <a:extLst>
                  <a:ext uri="{FF2B5EF4-FFF2-40B4-BE49-F238E27FC236}">
                    <a16:creationId xmlns:a16="http://schemas.microsoft.com/office/drawing/2014/main" id="{95EE8F6F-B732-086F-57C6-2EB9ABE71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1801" y="5752149"/>
                <a:ext cx="771161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4" name="TextBox 1113">
            <a:extLst>
              <a:ext uri="{FF2B5EF4-FFF2-40B4-BE49-F238E27FC236}">
                <a16:creationId xmlns:a16="http://schemas.microsoft.com/office/drawing/2014/main" id="{763942D7-E805-312D-0AE7-EAE451295DAE}"/>
              </a:ext>
            </a:extLst>
          </p:cNvPr>
          <p:cNvSpPr txBox="1"/>
          <p:nvPr/>
        </p:nvSpPr>
        <p:spPr>
          <a:xfrm>
            <a:off x="7378702" y="1145260"/>
            <a:ext cx="980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b="1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92D8FC94-4A6E-ABAA-EE1C-C4CD6776A0FF}"/>
                  </a:ext>
                </a:extLst>
              </p:cNvPr>
              <p:cNvSpPr txBox="1"/>
              <p:nvPr/>
            </p:nvSpPr>
            <p:spPr>
              <a:xfrm>
                <a:off x="8394915" y="2359011"/>
                <a:ext cx="821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US" sz="1200" b="1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92D8FC94-4A6E-ABAA-EE1C-C4CD6776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915" y="2359011"/>
                <a:ext cx="821758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73C421E2-3732-E329-052A-2606A6B1D455}"/>
              </a:ext>
            </a:extLst>
          </p:cNvPr>
          <p:cNvGrpSpPr/>
          <p:nvPr/>
        </p:nvGrpSpPr>
        <p:grpSpPr>
          <a:xfrm>
            <a:off x="10520658" y="1320138"/>
            <a:ext cx="1021021" cy="328703"/>
            <a:chOff x="8107915" y="517492"/>
            <a:chExt cx="894589" cy="288000"/>
          </a:xfrm>
        </p:grpSpPr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7C1ACC66-A7F5-F19D-3E1A-B90D6BB34E51}"/>
                </a:ext>
              </a:extLst>
            </p:cNvPr>
            <p:cNvSpPr/>
            <p:nvPr/>
          </p:nvSpPr>
          <p:spPr>
            <a:xfrm>
              <a:off x="8107915" y="517492"/>
              <a:ext cx="894589" cy="288000"/>
            </a:xfrm>
            <a:prstGeom prst="rect">
              <a:avLst/>
            </a:prstGeom>
            <a:solidFill>
              <a:srgbClr val="F6C8A8">
                <a:alpha val="49804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25" name="TextBox 1124">
              <a:extLst>
                <a:ext uri="{FF2B5EF4-FFF2-40B4-BE49-F238E27FC236}">
                  <a16:creationId xmlns:a16="http://schemas.microsoft.com/office/drawing/2014/main" id="{464A63AD-734C-F373-6740-387E102CC77F}"/>
                </a:ext>
              </a:extLst>
            </p:cNvPr>
            <p:cNvSpPr txBox="1"/>
            <p:nvPr/>
          </p:nvSpPr>
          <p:spPr>
            <a:xfrm>
              <a:off x="8122290" y="567001"/>
              <a:ext cx="865839" cy="188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Candidate</a:t>
              </a:r>
              <a:r>
                <a:rPr lang="zh-CN" altLang="en-US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 </a:t>
              </a:r>
              <a:r>
                <a:rPr lang="en-US" altLang="zh-CN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Labels</a:t>
              </a:r>
            </a:p>
          </p:txBody>
        </p:sp>
      </p:grpSp>
      <p:grpSp>
        <p:nvGrpSpPr>
          <p:cNvPr id="1127" name="Group 1126">
            <a:extLst>
              <a:ext uri="{FF2B5EF4-FFF2-40B4-BE49-F238E27FC236}">
                <a16:creationId xmlns:a16="http://schemas.microsoft.com/office/drawing/2014/main" id="{066574AE-9230-84D5-E0C5-672B94CD0A56}"/>
              </a:ext>
            </a:extLst>
          </p:cNvPr>
          <p:cNvGrpSpPr/>
          <p:nvPr/>
        </p:nvGrpSpPr>
        <p:grpSpPr>
          <a:xfrm>
            <a:off x="10526121" y="2037351"/>
            <a:ext cx="1042933" cy="344338"/>
            <a:chOff x="8123342" y="1298358"/>
            <a:chExt cx="913787" cy="301699"/>
          </a:xfrm>
        </p:grpSpPr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4C4656D6-86F5-26E5-75DD-F9D69BDB2472}"/>
                </a:ext>
              </a:extLst>
            </p:cNvPr>
            <p:cNvSpPr/>
            <p:nvPr/>
          </p:nvSpPr>
          <p:spPr>
            <a:xfrm>
              <a:off x="8124523" y="1298358"/>
              <a:ext cx="894589" cy="288000"/>
            </a:xfrm>
            <a:prstGeom prst="rect">
              <a:avLst/>
            </a:prstGeom>
            <a:solidFill>
              <a:srgbClr val="E6CECF">
                <a:alpha val="50000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26" name="TextBox 1125">
              <a:extLst>
                <a:ext uri="{FF2B5EF4-FFF2-40B4-BE49-F238E27FC236}">
                  <a16:creationId xmlns:a16="http://schemas.microsoft.com/office/drawing/2014/main" id="{81E8A4B0-9C5B-C327-0F80-E2B7684495A6}"/>
                </a:ext>
              </a:extLst>
            </p:cNvPr>
            <p:cNvSpPr txBox="1"/>
            <p:nvPr/>
          </p:nvSpPr>
          <p:spPr>
            <a:xfrm>
              <a:off x="8123342" y="1303426"/>
              <a:ext cx="913787" cy="296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C</a:t>
              </a:r>
              <a:r>
                <a:rPr lang="en-GB" sz="800" dirty="0" err="1">
                  <a:solidFill>
                    <a:prstClr val="black"/>
                  </a:solidFill>
                  <a:latin typeface="Aptos" panose="02110004020202020204"/>
                </a:rPr>
                <a:t>omplementary</a:t>
              </a:r>
              <a:r>
                <a:rPr lang="zh-CN" altLang="en-US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 </a:t>
              </a:r>
              <a:r>
                <a:rPr lang="en-US" altLang="zh-CN" sz="800" dirty="0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Labels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9" name="TextBox 1128">
                <a:extLst>
                  <a:ext uri="{FF2B5EF4-FFF2-40B4-BE49-F238E27FC236}">
                    <a16:creationId xmlns:a16="http://schemas.microsoft.com/office/drawing/2014/main" id="{099D2670-3F42-FB83-829B-A977E36DC583}"/>
                  </a:ext>
                </a:extLst>
              </p:cNvPr>
              <p:cNvSpPr txBox="1"/>
              <p:nvPr/>
            </p:nvSpPr>
            <p:spPr>
              <a:xfrm>
                <a:off x="11405879" y="515774"/>
                <a:ext cx="7711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𝑵𝑷𝑵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rgbClr val="FF0000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129" name="TextBox 1128">
                <a:extLst>
                  <a:ext uri="{FF2B5EF4-FFF2-40B4-BE49-F238E27FC236}">
                    <a16:creationId xmlns:a16="http://schemas.microsoft.com/office/drawing/2014/main" id="{099D2670-3F42-FB83-829B-A977E36DC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5879" y="515774"/>
                <a:ext cx="771161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" name="Or 1135">
            <a:extLst>
              <a:ext uri="{FF2B5EF4-FFF2-40B4-BE49-F238E27FC236}">
                <a16:creationId xmlns:a16="http://schemas.microsoft.com/office/drawing/2014/main" id="{8C4C0ADA-4645-ECEE-D84F-9ACA6C47C9D3}"/>
              </a:ext>
            </a:extLst>
          </p:cNvPr>
          <p:cNvSpPr/>
          <p:nvPr/>
        </p:nvSpPr>
        <p:spPr>
          <a:xfrm>
            <a:off x="11731367" y="1818026"/>
            <a:ext cx="123264" cy="123264"/>
          </a:xfrm>
          <a:prstGeom prst="flowChartOr">
            <a:avLst/>
          </a:prstGeom>
          <a:grp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1138" name="Elbow Connector 1137">
            <a:extLst>
              <a:ext uri="{FF2B5EF4-FFF2-40B4-BE49-F238E27FC236}">
                <a16:creationId xmlns:a16="http://schemas.microsoft.com/office/drawing/2014/main" id="{7BCE8664-1425-7401-2B2C-1106612B13C5}"/>
              </a:ext>
            </a:extLst>
          </p:cNvPr>
          <p:cNvCxnSpPr>
            <a:cxnSpLocks/>
            <a:stCxn id="1126" idx="3"/>
            <a:endCxn id="1136" idx="4"/>
          </p:cNvCxnSpPr>
          <p:nvPr/>
        </p:nvCxnSpPr>
        <p:spPr>
          <a:xfrm flipV="1">
            <a:off x="11569054" y="1941290"/>
            <a:ext cx="223945" cy="271122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2880519F-C36E-C494-3D66-A3D4DCE3CF0B}"/>
              </a:ext>
            </a:extLst>
          </p:cNvPr>
          <p:cNvCxnSpPr>
            <a:cxnSpLocks/>
            <a:stCxn id="1123" idx="3"/>
            <a:endCxn id="1136" idx="0"/>
          </p:cNvCxnSpPr>
          <p:nvPr/>
        </p:nvCxnSpPr>
        <p:spPr>
          <a:xfrm>
            <a:off x="11541678" y="1484491"/>
            <a:ext cx="251321" cy="33353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Arrow Connector 1142">
            <a:extLst>
              <a:ext uri="{FF2B5EF4-FFF2-40B4-BE49-F238E27FC236}">
                <a16:creationId xmlns:a16="http://schemas.microsoft.com/office/drawing/2014/main" id="{77021239-DDAD-ADE1-F286-1766DE0C8C86}"/>
              </a:ext>
            </a:extLst>
          </p:cNvPr>
          <p:cNvCxnSpPr>
            <a:cxnSpLocks/>
            <a:endCxn id="1136" idx="0"/>
          </p:cNvCxnSpPr>
          <p:nvPr/>
        </p:nvCxnSpPr>
        <p:spPr>
          <a:xfrm>
            <a:off x="11792998" y="825007"/>
            <a:ext cx="0" cy="9930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Elbow Connector 1149">
            <a:extLst>
              <a:ext uri="{FF2B5EF4-FFF2-40B4-BE49-F238E27FC236}">
                <a16:creationId xmlns:a16="http://schemas.microsoft.com/office/drawing/2014/main" id="{ACAC2D2C-2D57-D208-F669-993A864358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64903" y="3065336"/>
            <a:ext cx="1419295" cy="699916"/>
          </a:xfrm>
          <a:prstGeom prst="bentConnector3">
            <a:avLst>
              <a:gd name="adj1" fmla="val 50280"/>
            </a:avLst>
          </a:prstGeom>
          <a:ln>
            <a:solidFill>
              <a:schemeClr val="bg1">
                <a:lumMod val="50000"/>
              </a:schemeClr>
            </a:solidFill>
            <a:prstDash val="lgDashDot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142ED1C-0F3F-2DD7-2FBE-896669223101}"/>
              </a:ext>
            </a:extLst>
          </p:cNvPr>
          <p:cNvSpPr txBox="1"/>
          <p:nvPr/>
        </p:nvSpPr>
        <p:spPr>
          <a:xfrm>
            <a:off x="6788969" y="3145545"/>
            <a:ext cx="77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1200" dirty="0">
                <a:solidFill>
                  <a:prstClr val="black"/>
                </a:solidFill>
                <a:latin typeface="Aptos" panose="02110004020202020204"/>
                <a:ea typeface="等线" panose="02010600030101010101" pitchFamily="2" charset="-122"/>
              </a:rPr>
              <a:t>Shared</a:t>
            </a:r>
            <a:endParaRPr lang="en-US" sz="12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03ED8E2-5B88-3145-54E4-E98F7818D113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0" t="3645" r="32061" b="9499"/>
          <a:stretch/>
        </p:blipFill>
        <p:spPr bwMode="auto">
          <a:xfrm>
            <a:off x="1729229" y="5189513"/>
            <a:ext cx="780251" cy="780670"/>
          </a:xfrm>
          <a:prstGeom prst="ellipse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3" name="图片 172">
            <a:extLst>
              <a:ext uri="{FF2B5EF4-FFF2-40B4-BE49-F238E27FC236}">
                <a16:creationId xmlns:a16="http://schemas.microsoft.com/office/drawing/2014/main" id="{6B3F1FF1-B924-4500-424E-5D8BF37A5E7C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9" t="17737" r="-4352" b="12934"/>
          <a:stretch/>
        </p:blipFill>
        <p:spPr bwMode="auto">
          <a:xfrm>
            <a:off x="618093" y="629557"/>
            <a:ext cx="821758" cy="821758"/>
          </a:xfrm>
          <a:prstGeom prst="flowChartConnector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98896E1B-3408-8939-BC81-7746D3DE4563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9" t="17737" r="-4352" b="12934"/>
          <a:stretch/>
        </p:blipFill>
        <p:spPr bwMode="auto">
          <a:xfrm>
            <a:off x="581808" y="4157856"/>
            <a:ext cx="821758" cy="821758"/>
          </a:xfrm>
          <a:prstGeom prst="flowChartConnector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6" name="图片 175">
            <a:extLst>
              <a:ext uri="{FF2B5EF4-FFF2-40B4-BE49-F238E27FC236}">
                <a16:creationId xmlns:a16="http://schemas.microsoft.com/office/drawing/2014/main" id="{69B5F36C-415F-3117-D439-3CEEF4EB893A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39" t="17737" r="-4352" b="12934"/>
          <a:stretch/>
        </p:blipFill>
        <p:spPr bwMode="auto">
          <a:xfrm>
            <a:off x="1706771" y="4153197"/>
            <a:ext cx="821758" cy="821758"/>
          </a:xfrm>
          <a:prstGeom prst="flowChartConnector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7" name="图片 176">
            <a:extLst>
              <a:ext uri="{FF2B5EF4-FFF2-40B4-BE49-F238E27FC236}">
                <a16:creationId xmlns:a16="http://schemas.microsoft.com/office/drawing/2014/main" id="{77BC53DA-6DC1-B217-8D39-4AC366B3A9F0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24152" r="30238" b="19134"/>
          <a:stretch/>
        </p:blipFill>
        <p:spPr bwMode="auto">
          <a:xfrm>
            <a:off x="618093" y="1956068"/>
            <a:ext cx="821758" cy="821758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4D924E6C-57A3-7C23-4769-B5F53DA02DE4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24152" r="30238" b="19134"/>
          <a:stretch/>
        </p:blipFill>
        <p:spPr bwMode="auto">
          <a:xfrm>
            <a:off x="1738756" y="952591"/>
            <a:ext cx="821758" cy="821758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0" name="图片 179">
            <a:extLst>
              <a:ext uri="{FF2B5EF4-FFF2-40B4-BE49-F238E27FC236}">
                <a16:creationId xmlns:a16="http://schemas.microsoft.com/office/drawing/2014/main" id="{0C386C75-C425-2E90-A8D5-65FA097FF025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4" t="19250" r="27987" b="19960"/>
          <a:stretch/>
        </p:blipFill>
        <p:spPr bwMode="auto">
          <a:xfrm>
            <a:off x="1733383" y="1951940"/>
            <a:ext cx="821758" cy="821758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87" name="Group 100">
            <a:extLst>
              <a:ext uri="{FF2B5EF4-FFF2-40B4-BE49-F238E27FC236}">
                <a16:creationId xmlns:a16="http://schemas.microsoft.com/office/drawing/2014/main" id="{D03AA8B9-74C8-AC9E-6EB4-9C0E33A80CC6}"/>
              </a:ext>
            </a:extLst>
          </p:cNvPr>
          <p:cNvGrpSpPr/>
          <p:nvPr/>
        </p:nvGrpSpPr>
        <p:grpSpPr>
          <a:xfrm>
            <a:off x="2790920" y="4225292"/>
            <a:ext cx="657406" cy="657406"/>
            <a:chOff x="4172406" y="2301780"/>
            <a:chExt cx="694758" cy="703292"/>
          </a:xfrm>
          <a:solidFill>
            <a:schemeClr val="bg1">
              <a:lumMod val="95000"/>
            </a:schemeClr>
          </a:solidFill>
        </p:grpSpPr>
        <p:sp>
          <p:nvSpPr>
            <p:cNvPr id="188" name="Cube 28">
              <a:extLst>
                <a:ext uri="{FF2B5EF4-FFF2-40B4-BE49-F238E27FC236}">
                  <a16:creationId xmlns:a16="http://schemas.microsoft.com/office/drawing/2014/main" id="{EBDC40C9-F770-B5C5-5A87-B7FD8E956C38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89" name="Cube 29">
              <a:extLst>
                <a:ext uri="{FF2B5EF4-FFF2-40B4-BE49-F238E27FC236}">
                  <a16:creationId xmlns:a16="http://schemas.microsoft.com/office/drawing/2014/main" id="{8691B248-3666-FF98-2FED-3BFEA23F61B5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90" name="Cube 31">
              <a:extLst>
                <a:ext uri="{FF2B5EF4-FFF2-40B4-BE49-F238E27FC236}">
                  <a16:creationId xmlns:a16="http://schemas.microsoft.com/office/drawing/2014/main" id="{ECC4524F-356C-1815-6F8E-50BC02B8FA60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91" name="Cube 32">
              <a:extLst>
                <a:ext uri="{FF2B5EF4-FFF2-40B4-BE49-F238E27FC236}">
                  <a16:creationId xmlns:a16="http://schemas.microsoft.com/office/drawing/2014/main" id="{B7A4B36A-FDD7-88DE-833A-4EC5672A6894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56" name="Cube 33">
              <a:extLst>
                <a:ext uri="{FF2B5EF4-FFF2-40B4-BE49-F238E27FC236}">
                  <a16:creationId xmlns:a16="http://schemas.microsoft.com/office/drawing/2014/main" id="{8661497A-1344-9500-8E44-4F1AFC076341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57" name="Cube 34">
              <a:extLst>
                <a:ext uri="{FF2B5EF4-FFF2-40B4-BE49-F238E27FC236}">
                  <a16:creationId xmlns:a16="http://schemas.microsoft.com/office/drawing/2014/main" id="{DD0068FF-3485-07AF-9C50-A715AB328A4D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58" name="Cube 35">
              <a:extLst>
                <a:ext uri="{FF2B5EF4-FFF2-40B4-BE49-F238E27FC236}">
                  <a16:creationId xmlns:a16="http://schemas.microsoft.com/office/drawing/2014/main" id="{6A3C3DB9-5475-43A5-0D26-2924A387E11A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59" name="Cube 37">
              <a:extLst>
                <a:ext uri="{FF2B5EF4-FFF2-40B4-BE49-F238E27FC236}">
                  <a16:creationId xmlns:a16="http://schemas.microsoft.com/office/drawing/2014/main" id="{7652C9F0-B0A2-A428-5F50-A8FC6C642C09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0" name="Cube 38">
              <a:extLst>
                <a:ext uri="{FF2B5EF4-FFF2-40B4-BE49-F238E27FC236}">
                  <a16:creationId xmlns:a16="http://schemas.microsoft.com/office/drawing/2014/main" id="{CC4C6893-98D9-A34A-D756-50E878FE5434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1" name="Cube 39">
              <a:extLst>
                <a:ext uri="{FF2B5EF4-FFF2-40B4-BE49-F238E27FC236}">
                  <a16:creationId xmlns:a16="http://schemas.microsoft.com/office/drawing/2014/main" id="{29CEA66E-5AEC-6D10-7B31-EF0F4F04BC45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2" name="Cube 40">
              <a:extLst>
                <a:ext uri="{FF2B5EF4-FFF2-40B4-BE49-F238E27FC236}">
                  <a16:creationId xmlns:a16="http://schemas.microsoft.com/office/drawing/2014/main" id="{5AC398F1-78D5-8F95-38AA-B841A38A215A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3" name="Cube 41">
              <a:extLst>
                <a:ext uri="{FF2B5EF4-FFF2-40B4-BE49-F238E27FC236}">
                  <a16:creationId xmlns:a16="http://schemas.microsoft.com/office/drawing/2014/main" id="{6F54740F-3508-E7B7-470E-5BCC7D24152D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4" name="Cube 43">
              <a:extLst>
                <a:ext uri="{FF2B5EF4-FFF2-40B4-BE49-F238E27FC236}">
                  <a16:creationId xmlns:a16="http://schemas.microsoft.com/office/drawing/2014/main" id="{1CD0EE3D-9187-5CF4-C611-A0FAC0254274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5" name="Cube 45">
              <a:extLst>
                <a:ext uri="{FF2B5EF4-FFF2-40B4-BE49-F238E27FC236}">
                  <a16:creationId xmlns:a16="http://schemas.microsoft.com/office/drawing/2014/main" id="{B5C4D7F6-6DC6-7CC6-3D69-3BD02C8417E8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6" name="Cube 46">
              <a:extLst>
                <a:ext uri="{FF2B5EF4-FFF2-40B4-BE49-F238E27FC236}">
                  <a16:creationId xmlns:a16="http://schemas.microsoft.com/office/drawing/2014/main" id="{A4873C75-33F4-9882-1084-30731B85095B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7" name="Cube 47">
              <a:extLst>
                <a:ext uri="{FF2B5EF4-FFF2-40B4-BE49-F238E27FC236}">
                  <a16:creationId xmlns:a16="http://schemas.microsoft.com/office/drawing/2014/main" id="{B09BAC57-F8AA-CA29-1ACD-B2B759671BC5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8" name="Cube 48">
              <a:extLst>
                <a:ext uri="{FF2B5EF4-FFF2-40B4-BE49-F238E27FC236}">
                  <a16:creationId xmlns:a16="http://schemas.microsoft.com/office/drawing/2014/main" id="{E0524FFE-48D7-B033-6B08-384D58E954DF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9" name="Cube 49">
              <a:extLst>
                <a:ext uri="{FF2B5EF4-FFF2-40B4-BE49-F238E27FC236}">
                  <a16:creationId xmlns:a16="http://schemas.microsoft.com/office/drawing/2014/main" id="{92CCCFB2-3389-6D9B-7C38-E985C2DE2F98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0" name="Cube 50">
              <a:extLst>
                <a:ext uri="{FF2B5EF4-FFF2-40B4-BE49-F238E27FC236}">
                  <a16:creationId xmlns:a16="http://schemas.microsoft.com/office/drawing/2014/main" id="{0714E46F-2FC6-DAD0-9A25-116A060DD22B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1" name="Cube 51">
              <a:extLst>
                <a:ext uri="{FF2B5EF4-FFF2-40B4-BE49-F238E27FC236}">
                  <a16:creationId xmlns:a16="http://schemas.microsoft.com/office/drawing/2014/main" id="{A9214D92-EACA-0335-457B-B58F147DC29A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2" name="Cube 53">
              <a:extLst>
                <a:ext uri="{FF2B5EF4-FFF2-40B4-BE49-F238E27FC236}">
                  <a16:creationId xmlns:a16="http://schemas.microsoft.com/office/drawing/2014/main" id="{B0E89C92-B179-3072-4460-24715DCD97F8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3" name="Cube 57">
              <a:extLst>
                <a:ext uri="{FF2B5EF4-FFF2-40B4-BE49-F238E27FC236}">
                  <a16:creationId xmlns:a16="http://schemas.microsoft.com/office/drawing/2014/main" id="{FEC59F28-A70A-8073-781C-F7D1881C6B28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4" name="Cube 58">
              <a:extLst>
                <a:ext uri="{FF2B5EF4-FFF2-40B4-BE49-F238E27FC236}">
                  <a16:creationId xmlns:a16="http://schemas.microsoft.com/office/drawing/2014/main" id="{0A090380-6374-A972-DE15-F76FDC76D35B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5" name="Cube 59">
              <a:extLst>
                <a:ext uri="{FF2B5EF4-FFF2-40B4-BE49-F238E27FC236}">
                  <a16:creationId xmlns:a16="http://schemas.microsoft.com/office/drawing/2014/main" id="{C479D995-1D2A-CA0B-0FF3-3328E01B8051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6" name="Cube 60">
              <a:extLst>
                <a:ext uri="{FF2B5EF4-FFF2-40B4-BE49-F238E27FC236}">
                  <a16:creationId xmlns:a16="http://schemas.microsoft.com/office/drawing/2014/main" id="{620E59EC-0389-2DF1-6E39-CD20365EEF2D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7" name="Cube 61">
              <a:extLst>
                <a:ext uri="{FF2B5EF4-FFF2-40B4-BE49-F238E27FC236}">
                  <a16:creationId xmlns:a16="http://schemas.microsoft.com/office/drawing/2014/main" id="{14204522-D28A-5701-0997-C4F3151AB917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8" name="Cube 62">
              <a:extLst>
                <a:ext uri="{FF2B5EF4-FFF2-40B4-BE49-F238E27FC236}">
                  <a16:creationId xmlns:a16="http://schemas.microsoft.com/office/drawing/2014/main" id="{F187CE55-6CB4-33BE-8E38-1F090FCE4C42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9" name="Cube 63">
              <a:extLst>
                <a:ext uri="{FF2B5EF4-FFF2-40B4-BE49-F238E27FC236}">
                  <a16:creationId xmlns:a16="http://schemas.microsoft.com/office/drawing/2014/main" id="{FECB85DF-A69D-F453-BB4B-823F0A24A70E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0" name="Cube 64">
              <a:extLst>
                <a:ext uri="{FF2B5EF4-FFF2-40B4-BE49-F238E27FC236}">
                  <a16:creationId xmlns:a16="http://schemas.microsoft.com/office/drawing/2014/main" id="{B45CE1F5-0622-ED08-FAAE-1B87BE412C9E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1" name="Cube 65">
              <a:extLst>
                <a:ext uri="{FF2B5EF4-FFF2-40B4-BE49-F238E27FC236}">
                  <a16:creationId xmlns:a16="http://schemas.microsoft.com/office/drawing/2014/main" id="{44E9BB1C-64D2-59F0-C764-3E6F079862D9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2" name="Cube 66">
              <a:extLst>
                <a:ext uri="{FF2B5EF4-FFF2-40B4-BE49-F238E27FC236}">
                  <a16:creationId xmlns:a16="http://schemas.microsoft.com/office/drawing/2014/main" id="{E0071948-4D42-EF50-10A9-4A8B9BE902E6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3" name="Cube 67">
              <a:extLst>
                <a:ext uri="{FF2B5EF4-FFF2-40B4-BE49-F238E27FC236}">
                  <a16:creationId xmlns:a16="http://schemas.microsoft.com/office/drawing/2014/main" id="{565AD796-B231-EECA-F66B-265AFE813B14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4" name="Cube 68">
              <a:extLst>
                <a:ext uri="{FF2B5EF4-FFF2-40B4-BE49-F238E27FC236}">
                  <a16:creationId xmlns:a16="http://schemas.microsoft.com/office/drawing/2014/main" id="{38762072-002D-B07D-D165-8F169DDDCB68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5" name="Cube 69">
              <a:extLst>
                <a:ext uri="{FF2B5EF4-FFF2-40B4-BE49-F238E27FC236}">
                  <a16:creationId xmlns:a16="http://schemas.microsoft.com/office/drawing/2014/main" id="{338DC2A4-1B72-C512-CC93-F5AB6CF3D3D7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6" name="Cube 70">
              <a:extLst>
                <a:ext uri="{FF2B5EF4-FFF2-40B4-BE49-F238E27FC236}">
                  <a16:creationId xmlns:a16="http://schemas.microsoft.com/office/drawing/2014/main" id="{23A60A3C-98FF-A5CF-B159-0D1A44B41D28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7" name="Cube 71">
              <a:extLst>
                <a:ext uri="{FF2B5EF4-FFF2-40B4-BE49-F238E27FC236}">
                  <a16:creationId xmlns:a16="http://schemas.microsoft.com/office/drawing/2014/main" id="{CCE6E02A-F3F1-40A5-0057-2162A92A5549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8" name="Cube 72">
              <a:extLst>
                <a:ext uri="{FF2B5EF4-FFF2-40B4-BE49-F238E27FC236}">
                  <a16:creationId xmlns:a16="http://schemas.microsoft.com/office/drawing/2014/main" id="{BA4B7761-BEA5-0C5F-3664-7CA6810E39A7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9" name="Cube 73">
              <a:extLst>
                <a:ext uri="{FF2B5EF4-FFF2-40B4-BE49-F238E27FC236}">
                  <a16:creationId xmlns:a16="http://schemas.microsoft.com/office/drawing/2014/main" id="{764353AF-E975-5D80-0A20-2FDD1042E6AE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0" name="Cube 74">
              <a:extLst>
                <a:ext uri="{FF2B5EF4-FFF2-40B4-BE49-F238E27FC236}">
                  <a16:creationId xmlns:a16="http://schemas.microsoft.com/office/drawing/2014/main" id="{DD468F28-DE44-0860-496E-335D1ED848AF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1" name="Cube 75">
              <a:extLst>
                <a:ext uri="{FF2B5EF4-FFF2-40B4-BE49-F238E27FC236}">
                  <a16:creationId xmlns:a16="http://schemas.microsoft.com/office/drawing/2014/main" id="{043F18B4-F51D-2737-C0BA-93E797BE1137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2" name="Cube 76">
              <a:extLst>
                <a:ext uri="{FF2B5EF4-FFF2-40B4-BE49-F238E27FC236}">
                  <a16:creationId xmlns:a16="http://schemas.microsoft.com/office/drawing/2014/main" id="{7C2CFD8B-27FB-F262-9606-FA92ADDC3FC9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3" name="Cube 77">
              <a:extLst>
                <a:ext uri="{FF2B5EF4-FFF2-40B4-BE49-F238E27FC236}">
                  <a16:creationId xmlns:a16="http://schemas.microsoft.com/office/drawing/2014/main" id="{31B306B0-70FD-F4DC-F9C9-D1696AE0FF0C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4" name="Cube 78">
              <a:extLst>
                <a:ext uri="{FF2B5EF4-FFF2-40B4-BE49-F238E27FC236}">
                  <a16:creationId xmlns:a16="http://schemas.microsoft.com/office/drawing/2014/main" id="{B9B7AE2E-7F9E-71E8-35B5-6D315558B3FA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5" name="Cube 79">
              <a:extLst>
                <a:ext uri="{FF2B5EF4-FFF2-40B4-BE49-F238E27FC236}">
                  <a16:creationId xmlns:a16="http://schemas.microsoft.com/office/drawing/2014/main" id="{F25AC391-A6A1-C771-A797-CA82CACDFA40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6" name="Cube 80">
              <a:extLst>
                <a:ext uri="{FF2B5EF4-FFF2-40B4-BE49-F238E27FC236}">
                  <a16:creationId xmlns:a16="http://schemas.microsoft.com/office/drawing/2014/main" id="{5850F8D0-837A-877A-7A1D-A5868E82A58E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7" name="Cube 81">
              <a:extLst>
                <a:ext uri="{FF2B5EF4-FFF2-40B4-BE49-F238E27FC236}">
                  <a16:creationId xmlns:a16="http://schemas.microsoft.com/office/drawing/2014/main" id="{1F352EF1-EE42-D007-AA3E-A0610987C29D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8" name="Cube 82">
              <a:extLst>
                <a:ext uri="{FF2B5EF4-FFF2-40B4-BE49-F238E27FC236}">
                  <a16:creationId xmlns:a16="http://schemas.microsoft.com/office/drawing/2014/main" id="{9F2B93F3-DFD7-D0DF-637D-4090FBA036B4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29" name="Cube 83">
              <a:extLst>
                <a:ext uri="{FF2B5EF4-FFF2-40B4-BE49-F238E27FC236}">
                  <a16:creationId xmlns:a16="http://schemas.microsoft.com/office/drawing/2014/main" id="{C78921FB-4CE6-F5BD-C767-57B8F8BC8D4A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0" name="Cube 84">
              <a:extLst>
                <a:ext uri="{FF2B5EF4-FFF2-40B4-BE49-F238E27FC236}">
                  <a16:creationId xmlns:a16="http://schemas.microsoft.com/office/drawing/2014/main" id="{06D22695-C35D-6093-B474-288100FE18D6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1" name="Cube 85">
              <a:extLst>
                <a:ext uri="{FF2B5EF4-FFF2-40B4-BE49-F238E27FC236}">
                  <a16:creationId xmlns:a16="http://schemas.microsoft.com/office/drawing/2014/main" id="{7AB51A47-D9B1-5DDE-48AF-DA3FC0EFEA7D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2" name="Cube 86">
              <a:extLst>
                <a:ext uri="{FF2B5EF4-FFF2-40B4-BE49-F238E27FC236}">
                  <a16:creationId xmlns:a16="http://schemas.microsoft.com/office/drawing/2014/main" id="{293E9076-63E6-5388-C2C1-50B4D51D35BD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3" name="Cube 87">
              <a:extLst>
                <a:ext uri="{FF2B5EF4-FFF2-40B4-BE49-F238E27FC236}">
                  <a16:creationId xmlns:a16="http://schemas.microsoft.com/office/drawing/2014/main" id="{DC49264B-CE9D-6D69-6549-927752F67248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4" name="Cube 88">
              <a:extLst>
                <a:ext uri="{FF2B5EF4-FFF2-40B4-BE49-F238E27FC236}">
                  <a16:creationId xmlns:a16="http://schemas.microsoft.com/office/drawing/2014/main" id="{EA57DFC9-785B-F279-13C1-44944BB09C9C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5" name="Cube 89">
              <a:extLst>
                <a:ext uri="{FF2B5EF4-FFF2-40B4-BE49-F238E27FC236}">
                  <a16:creationId xmlns:a16="http://schemas.microsoft.com/office/drawing/2014/main" id="{531A81DC-7BB2-E9D7-4000-38953A9E2DF3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6" name="Cube 90">
              <a:extLst>
                <a:ext uri="{FF2B5EF4-FFF2-40B4-BE49-F238E27FC236}">
                  <a16:creationId xmlns:a16="http://schemas.microsoft.com/office/drawing/2014/main" id="{3AF96B96-EA99-7EE4-C35C-C8BD60B253E5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7" name="Cube 91">
              <a:extLst>
                <a:ext uri="{FF2B5EF4-FFF2-40B4-BE49-F238E27FC236}">
                  <a16:creationId xmlns:a16="http://schemas.microsoft.com/office/drawing/2014/main" id="{C6308E69-B6DF-29F7-8AD8-C7F0698DE1B4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8" name="Cube 92">
              <a:extLst>
                <a:ext uri="{FF2B5EF4-FFF2-40B4-BE49-F238E27FC236}">
                  <a16:creationId xmlns:a16="http://schemas.microsoft.com/office/drawing/2014/main" id="{8A5E573A-549B-9C15-7A50-38B3833A760E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39" name="Cube 93">
              <a:extLst>
                <a:ext uri="{FF2B5EF4-FFF2-40B4-BE49-F238E27FC236}">
                  <a16:creationId xmlns:a16="http://schemas.microsoft.com/office/drawing/2014/main" id="{524F5EFE-05F7-C056-C1B6-653E7C57C78D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0" name="Cube 94">
              <a:extLst>
                <a:ext uri="{FF2B5EF4-FFF2-40B4-BE49-F238E27FC236}">
                  <a16:creationId xmlns:a16="http://schemas.microsoft.com/office/drawing/2014/main" id="{52E198A7-386A-6A60-0A29-F4B00BDD60C4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1" name="Cube 95">
              <a:extLst>
                <a:ext uri="{FF2B5EF4-FFF2-40B4-BE49-F238E27FC236}">
                  <a16:creationId xmlns:a16="http://schemas.microsoft.com/office/drawing/2014/main" id="{09ECAD2E-7535-5860-EFCB-5C9077CA3A37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2" name="Cube 96">
              <a:extLst>
                <a:ext uri="{FF2B5EF4-FFF2-40B4-BE49-F238E27FC236}">
                  <a16:creationId xmlns:a16="http://schemas.microsoft.com/office/drawing/2014/main" id="{9B3C6F44-B4C5-88D3-7315-685B487BD2A3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3" name="Cube 97">
              <a:extLst>
                <a:ext uri="{FF2B5EF4-FFF2-40B4-BE49-F238E27FC236}">
                  <a16:creationId xmlns:a16="http://schemas.microsoft.com/office/drawing/2014/main" id="{95FF01E9-0C9F-63D2-1427-CF7D973043B6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4" name="Cube 98">
              <a:extLst>
                <a:ext uri="{FF2B5EF4-FFF2-40B4-BE49-F238E27FC236}">
                  <a16:creationId xmlns:a16="http://schemas.microsoft.com/office/drawing/2014/main" id="{ABAC2FC7-4D2D-6829-E3AA-72F57ADCFDC6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45" name="Cube 99">
              <a:extLst>
                <a:ext uri="{FF2B5EF4-FFF2-40B4-BE49-F238E27FC236}">
                  <a16:creationId xmlns:a16="http://schemas.microsoft.com/office/drawing/2014/main" id="{E1D6F739-19E4-A26B-8876-4DA5D4C63FD8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448" name="Group 100">
            <a:extLst>
              <a:ext uri="{FF2B5EF4-FFF2-40B4-BE49-F238E27FC236}">
                <a16:creationId xmlns:a16="http://schemas.microsoft.com/office/drawing/2014/main" id="{CC3CB43B-490D-DFF2-1D57-8FC3A9CD411F}"/>
              </a:ext>
            </a:extLst>
          </p:cNvPr>
          <p:cNvGrpSpPr/>
          <p:nvPr/>
        </p:nvGrpSpPr>
        <p:grpSpPr>
          <a:xfrm>
            <a:off x="2798099" y="5235220"/>
            <a:ext cx="657406" cy="657406"/>
            <a:chOff x="4172406" y="2301780"/>
            <a:chExt cx="694758" cy="703292"/>
          </a:xfrm>
          <a:solidFill>
            <a:schemeClr val="bg1">
              <a:lumMod val="95000"/>
            </a:schemeClr>
          </a:solidFill>
        </p:grpSpPr>
        <p:sp>
          <p:nvSpPr>
            <p:cNvPr id="449" name="Cube 28">
              <a:extLst>
                <a:ext uri="{FF2B5EF4-FFF2-40B4-BE49-F238E27FC236}">
                  <a16:creationId xmlns:a16="http://schemas.microsoft.com/office/drawing/2014/main" id="{7CA8535A-C45B-7289-C1C7-69E2694AD9F4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0" name="Cube 29">
              <a:extLst>
                <a:ext uri="{FF2B5EF4-FFF2-40B4-BE49-F238E27FC236}">
                  <a16:creationId xmlns:a16="http://schemas.microsoft.com/office/drawing/2014/main" id="{BC15CC7E-6F49-099C-3A1C-59F190AFD442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1" name="Cube 31">
              <a:extLst>
                <a:ext uri="{FF2B5EF4-FFF2-40B4-BE49-F238E27FC236}">
                  <a16:creationId xmlns:a16="http://schemas.microsoft.com/office/drawing/2014/main" id="{543616C7-5F85-F38D-19E0-5F691FCEC3E4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2" name="Cube 32">
              <a:extLst>
                <a:ext uri="{FF2B5EF4-FFF2-40B4-BE49-F238E27FC236}">
                  <a16:creationId xmlns:a16="http://schemas.microsoft.com/office/drawing/2014/main" id="{D0D27D04-86E9-463A-8099-D4820B3A8FCE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3" name="Cube 33">
              <a:extLst>
                <a:ext uri="{FF2B5EF4-FFF2-40B4-BE49-F238E27FC236}">
                  <a16:creationId xmlns:a16="http://schemas.microsoft.com/office/drawing/2014/main" id="{07289397-6173-1897-8938-A70960F495CE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4" name="Cube 34">
              <a:extLst>
                <a:ext uri="{FF2B5EF4-FFF2-40B4-BE49-F238E27FC236}">
                  <a16:creationId xmlns:a16="http://schemas.microsoft.com/office/drawing/2014/main" id="{43F8EDD8-2A8E-EC5C-5CCA-689E6FF0C329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5" name="Cube 35">
              <a:extLst>
                <a:ext uri="{FF2B5EF4-FFF2-40B4-BE49-F238E27FC236}">
                  <a16:creationId xmlns:a16="http://schemas.microsoft.com/office/drawing/2014/main" id="{53705C59-F776-7B70-1924-7EE9286D310A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6" name="Cube 37">
              <a:extLst>
                <a:ext uri="{FF2B5EF4-FFF2-40B4-BE49-F238E27FC236}">
                  <a16:creationId xmlns:a16="http://schemas.microsoft.com/office/drawing/2014/main" id="{805F9A87-9F78-D66D-B8CB-8A0C2DBBE06B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7" name="Cube 38">
              <a:extLst>
                <a:ext uri="{FF2B5EF4-FFF2-40B4-BE49-F238E27FC236}">
                  <a16:creationId xmlns:a16="http://schemas.microsoft.com/office/drawing/2014/main" id="{0ED930F4-ECF0-869B-9AFE-631B9884B380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8" name="Cube 39">
              <a:extLst>
                <a:ext uri="{FF2B5EF4-FFF2-40B4-BE49-F238E27FC236}">
                  <a16:creationId xmlns:a16="http://schemas.microsoft.com/office/drawing/2014/main" id="{46931092-84F1-1874-16B8-D352AE80B291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59" name="Cube 40">
              <a:extLst>
                <a:ext uri="{FF2B5EF4-FFF2-40B4-BE49-F238E27FC236}">
                  <a16:creationId xmlns:a16="http://schemas.microsoft.com/office/drawing/2014/main" id="{B8833C5B-E59D-309C-F702-483CE8A07EB6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0" name="Cube 41">
              <a:extLst>
                <a:ext uri="{FF2B5EF4-FFF2-40B4-BE49-F238E27FC236}">
                  <a16:creationId xmlns:a16="http://schemas.microsoft.com/office/drawing/2014/main" id="{54C45E4E-268A-74F7-C740-A5EB8D60907C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1" name="Cube 43">
              <a:extLst>
                <a:ext uri="{FF2B5EF4-FFF2-40B4-BE49-F238E27FC236}">
                  <a16:creationId xmlns:a16="http://schemas.microsoft.com/office/drawing/2014/main" id="{71570668-3E63-E014-72A3-CF4ECA20A559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2" name="Cube 45">
              <a:extLst>
                <a:ext uri="{FF2B5EF4-FFF2-40B4-BE49-F238E27FC236}">
                  <a16:creationId xmlns:a16="http://schemas.microsoft.com/office/drawing/2014/main" id="{60664B4F-4CBC-0916-5CDE-115E5EDD9AD8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3" name="Cube 46">
              <a:extLst>
                <a:ext uri="{FF2B5EF4-FFF2-40B4-BE49-F238E27FC236}">
                  <a16:creationId xmlns:a16="http://schemas.microsoft.com/office/drawing/2014/main" id="{D44FC7C8-7B0A-C064-010F-F6BFA0F42A0F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4" name="Cube 47">
              <a:extLst>
                <a:ext uri="{FF2B5EF4-FFF2-40B4-BE49-F238E27FC236}">
                  <a16:creationId xmlns:a16="http://schemas.microsoft.com/office/drawing/2014/main" id="{6F4CFE19-9B13-1294-3ABD-C51501056EDB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5" name="Cube 48">
              <a:extLst>
                <a:ext uri="{FF2B5EF4-FFF2-40B4-BE49-F238E27FC236}">
                  <a16:creationId xmlns:a16="http://schemas.microsoft.com/office/drawing/2014/main" id="{0D5D9396-429E-BC59-94CF-0132167FD9FC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6" name="Cube 49">
              <a:extLst>
                <a:ext uri="{FF2B5EF4-FFF2-40B4-BE49-F238E27FC236}">
                  <a16:creationId xmlns:a16="http://schemas.microsoft.com/office/drawing/2014/main" id="{A41BEF2D-955C-C3D8-3473-73390D82AAF8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7" name="Cube 50">
              <a:extLst>
                <a:ext uri="{FF2B5EF4-FFF2-40B4-BE49-F238E27FC236}">
                  <a16:creationId xmlns:a16="http://schemas.microsoft.com/office/drawing/2014/main" id="{C140DB25-3959-18DB-DE2C-BFBF8A2B7040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8" name="Cube 51">
              <a:extLst>
                <a:ext uri="{FF2B5EF4-FFF2-40B4-BE49-F238E27FC236}">
                  <a16:creationId xmlns:a16="http://schemas.microsoft.com/office/drawing/2014/main" id="{B6D7EF59-E2A1-EB05-B969-3650C0945D94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69" name="Cube 53">
              <a:extLst>
                <a:ext uri="{FF2B5EF4-FFF2-40B4-BE49-F238E27FC236}">
                  <a16:creationId xmlns:a16="http://schemas.microsoft.com/office/drawing/2014/main" id="{EC258343-9233-CB02-586B-89B394F2EDCD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0" name="Cube 57">
              <a:extLst>
                <a:ext uri="{FF2B5EF4-FFF2-40B4-BE49-F238E27FC236}">
                  <a16:creationId xmlns:a16="http://schemas.microsoft.com/office/drawing/2014/main" id="{5D374045-8A5F-8D40-899F-B2B8EFA2C4B8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1" name="Cube 58">
              <a:extLst>
                <a:ext uri="{FF2B5EF4-FFF2-40B4-BE49-F238E27FC236}">
                  <a16:creationId xmlns:a16="http://schemas.microsoft.com/office/drawing/2014/main" id="{FDABC8F5-6004-8C3F-4EB1-142C835F497C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2" name="Cube 59">
              <a:extLst>
                <a:ext uri="{FF2B5EF4-FFF2-40B4-BE49-F238E27FC236}">
                  <a16:creationId xmlns:a16="http://schemas.microsoft.com/office/drawing/2014/main" id="{CD74B80B-22E5-3BC1-C2B4-D45B1BE30F7F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3" name="Cube 60">
              <a:extLst>
                <a:ext uri="{FF2B5EF4-FFF2-40B4-BE49-F238E27FC236}">
                  <a16:creationId xmlns:a16="http://schemas.microsoft.com/office/drawing/2014/main" id="{3C7F5C55-E44F-B851-2540-4D51C8DEF4CA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4" name="Cube 61">
              <a:extLst>
                <a:ext uri="{FF2B5EF4-FFF2-40B4-BE49-F238E27FC236}">
                  <a16:creationId xmlns:a16="http://schemas.microsoft.com/office/drawing/2014/main" id="{8E18F7B3-7038-394D-A773-7673DFF59BC3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5" name="Cube 62">
              <a:extLst>
                <a:ext uri="{FF2B5EF4-FFF2-40B4-BE49-F238E27FC236}">
                  <a16:creationId xmlns:a16="http://schemas.microsoft.com/office/drawing/2014/main" id="{07EFA962-C35E-EB96-C965-793732220A6C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6" name="Cube 63">
              <a:extLst>
                <a:ext uri="{FF2B5EF4-FFF2-40B4-BE49-F238E27FC236}">
                  <a16:creationId xmlns:a16="http://schemas.microsoft.com/office/drawing/2014/main" id="{461D3C46-0319-52F5-094D-3A2FA08A0200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7" name="Cube 64">
              <a:extLst>
                <a:ext uri="{FF2B5EF4-FFF2-40B4-BE49-F238E27FC236}">
                  <a16:creationId xmlns:a16="http://schemas.microsoft.com/office/drawing/2014/main" id="{CCE031BF-770B-68F7-93CD-202ED76C770F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8" name="Cube 65">
              <a:extLst>
                <a:ext uri="{FF2B5EF4-FFF2-40B4-BE49-F238E27FC236}">
                  <a16:creationId xmlns:a16="http://schemas.microsoft.com/office/drawing/2014/main" id="{54BE88E4-825D-375E-8CD5-B95820824F91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79" name="Cube 66">
              <a:extLst>
                <a:ext uri="{FF2B5EF4-FFF2-40B4-BE49-F238E27FC236}">
                  <a16:creationId xmlns:a16="http://schemas.microsoft.com/office/drawing/2014/main" id="{842243EB-F197-218A-17DA-B86DE0550EC3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0" name="Cube 67">
              <a:extLst>
                <a:ext uri="{FF2B5EF4-FFF2-40B4-BE49-F238E27FC236}">
                  <a16:creationId xmlns:a16="http://schemas.microsoft.com/office/drawing/2014/main" id="{97BC6E58-E087-F2DB-3260-A945582099D7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1" name="Cube 68">
              <a:extLst>
                <a:ext uri="{FF2B5EF4-FFF2-40B4-BE49-F238E27FC236}">
                  <a16:creationId xmlns:a16="http://schemas.microsoft.com/office/drawing/2014/main" id="{E52E232B-84D1-B383-D420-BE651735E951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2" name="Cube 69">
              <a:extLst>
                <a:ext uri="{FF2B5EF4-FFF2-40B4-BE49-F238E27FC236}">
                  <a16:creationId xmlns:a16="http://schemas.microsoft.com/office/drawing/2014/main" id="{1D0083C6-554B-94BD-B5EA-17538B7D44FD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3" name="Cube 70">
              <a:extLst>
                <a:ext uri="{FF2B5EF4-FFF2-40B4-BE49-F238E27FC236}">
                  <a16:creationId xmlns:a16="http://schemas.microsoft.com/office/drawing/2014/main" id="{A5653BFB-99ED-3104-1C20-C54B3D44C28F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4" name="Cube 71">
              <a:extLst>
                <a:ext uri="{FF2B5EF4-FFF2-40B4-BE49-F238E27FC236}">
                  <a16:creationId xmlns:a16="http://schemas.microsoft.com/office/drawing/2014/main" id="{9341890C-20BB-D107-371D-288E683D5113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5" name="Cube 72">
              <a:extLst>
                <a:ext uri="{FF2B5EF4-FFF2-40B4-BE49-F238E27FC236}">
                  <a16:creationId xmlns:a16="http://schemas.microsoft.com/office/drawing/2014/main" id="{4153231F-E5F5-E9F1-0CA9-5528D7764419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6" name="Cube 73">
              <a:extLst>
                <a:ext uri="{FF2B5EF4-FFF2-40B4-BE49-F238E27FC236}">
                  <a16:creationId xmlns:a16="http://schemas.microsoft.com/office/drawing/2014/main" id="{83BE9A0C-8F1A-373E-577D-B8F25A000BEB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7" name="Cube 74">
              <a:extLst>
                <a:ext uri="{FF2B5EF4-FFF2-40B4-BE49-F238E27FC236}">
                  <a16:creationId xmlns:a16="http://schemas.microsoft.com/office/drawing/2014/main" id="{7CD2DC6F-DE30-7A02-4619-4F72EF139102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8" name="Cube 75">
              <a:extLst>
                <a:ext uri="{FF2B5EF4-FFF2-40B4-BE49-F238E27FC236}">
                  <a16:creationId xmlns:a16="http://schemas.microsoft.com/office/drawing/2014/main" id="{481F514D-3A4C-2619-C12C-5BDEC0E8E11B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89" name="Cube 76">
              <a:extLst>
                <a:ext uri="{FF2B5EF4-FFF2-40B4-BE49-F238E27FC236}">
                  <a16:creationId xmlns:a16="http://schemas.microsoft.com/office/drawing/2014/main" id="{EAE0AC8E-7CDB-C6BF-D1BB-A650FA08D043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90" name="Cube 77">
              <a:extLst>
                <a:ext uri="{FF2B5EF4-FFF2-40B4-BE49-F238E27FC236}">
                  <a16:creationId xmlns:a16="http://schemas.microsoft.com/office/drawing/2014/main" id="{15CA2481-086F-FBAE-5B0F-0C016D08A7D6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91" name="Cube 78">
              <a:extLst>
                <a:ext uri="{FF2B5EF4-FFF2-40B4-BE49-F238E27FC236}">
                  <a16:creationId xmlns:a16="http://schemas.microsoft.com/office/drawing/2014/main" id="{C1ECDA0A-208E-227C-0B42-86E615924FDB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0" name="Cube 79">
              <a:extLst>
                <a:ext uri="{FF2B5EF4-FFF2-40B4-BE49-F238E27FC236}">
                  <a16:creationId xmlns:a16="http://schemas.microsoft.com/office/drawing/2014/main" id="{D8E671D7-080E-93AA-0298-EB9CFA25A4DB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1" name="Cube 80">
              <a:extLst>
                <a:ext uri="{FF2B5EF4-FFF2-40B4-BE49-F238E27FC236}">
                  <a16:creationId xmlns:a16="http://schemas.microsoft.com/office/drawing/2014/main" id="{177C8BCD-348C-A1D6-DEAF-97541F57B65A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2" name="Cube 81">
              <a:extLst>
                <a:ext uri="{FF2B5EF4-FFF2-40B4-BE49-F238E27FC236}">
                  <a16:creationId xmlns:a16="http://schemas.microsoft.com/office/drawing/2014/main" id="{BE58A026-A24F-4E0F-48EB-1A22B8750652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3" name="Cube 82">
              <a:extLst>
                <a:ext uri="{FF2B5EF4-FFF2-40B4-BE49-F238E27FC236}">
                  <a16:creationId xmlns:a16="http://schemas.microsoft.com/office/drawing/2014/main" id="{0A07A6B0-B60C-9B38-BBFF-3D16C389CFEB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4" name="Cube 83">
              <a:extLst>
                <a:ext uri="{FF2B5EF4-FFF2-40B4-BE49-F238E27FC236}">
                  <a16:creationId xmlns:a16="http://schemas.microsoft.com/office/drawing/2014/main" id="{844759FB-A8A5-37F4-0391-4AC983D9FD46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8" name="Cube 84">
              <a:extLst>
                <a:ext uri="{FF2B5EF4-FFF2-40B4-BE49-F238E27FC236}">
                  <a16:creationId xmlns:a16="http://schemas.microsoft.com/office/drawing/2014/main" id="{E358B05B-61E8-8B23-FA11-FC8F6A675E5E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9" name="Cube 85">
              <a:extLst>
                <a:ext uri="{FF2B5EF4-FFF2-40B4-BE49-F238E27FC236}">
                  <a16:creationId xmlns:a16="http://schemas.microsoft.com/office/drawing/2014/main" id="{D78849D2-14CB-F34E-0FF0-3FD555558F8F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0" name="Cube 86">
              <a:extLst>
                <a:ext uri="{FF2B5EF4-FFF2-40B4-BE49-F238E27FC236}">
                  <a16:creationId xmlns:a16="http://schemas.microsoft.com/office/drawing/2014/main" id="{EE96536E-B19F-5A70-1D55-80DB484F4084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7" name="Cube 87">
              <a:extLst>
                <a:ext uri="{FF2B5EF4-FFF2-40B4-BE49-F238E27FC236}">
                  <a16:creationId xmlns:a16="http://schemas.microsoft.com/office/drawing/2014/main" id="{1F2D0247-0B3E-C97A-CA09-2E2AF9CCA67F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8" name="Cube 88">
              <a:extLst>
                <a:ext uri="{FF2B5EF4-FFF2-40B4-BE49-F238E27FC236}">
                  <a16:creationId xmlns:a16="http://schemas.microsoft.com/office/drawing/2014/main" id="{08BDAC5C-B046-3C47-F8B8-BA18FA2CA64F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0" name="Cube 89">
              <a:extLst>
                <a:ext uri="{FF2B5EF4-FFF2-40B4-BE49-F238E27FC236}">
                  <a16:creationId xmlns:a16="http://schemas.microsoft.com/office/drawing/2014/main" id="{CBF51529-5ACB-06F7-68A3-838152C33A76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2" name="Cube 90">
              <a:extLst>
                <a:ext uri="{FF2B5EF4-FFF2-40B4-BE49-F238E27FC236}">
                  <a16:creationId xmlns:a16="http://schemas.microsoft.com/office/drawing/2014/main" id="{6C404996-2ED8-9FFE-1F20-6388D6643912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4" name="Cube 91">
              <a:extLst>
                <a:ext uri="{FF2B5EF4-FFF2-40B4-BE49-F238E27FC236}">
                  <a16:creationId xmlns:a16="http://schemas.microsoft.com/office/drawing/2014/main" id="{20E0F197-CD3D-AD9A-AEB3-9A8982F3F45A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5" name="Cube 92">
              <a:extLst>
                <a:ext uri="{FF2B5EF4-FFF2-40B4-BE49-F238E27FC236}">
                  <a16:creationId xmlns:a16="http://schemas.microsoft.com/office/drawing/2014/main" id="{6EBA80EC-3C00-BC90-BFF9-8BC58D1ADBC6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6" name="Cube 93">
              <a:extLst>
                <a:ext uri="{FF2B5EF4-FFF2-40B4-BE49-F238E27FC236}">
                  <a16:creationId xmlns:a16="http://schemas.microsoft.com/office/drawing/2014/main" id="{881CEC70-0BDC-021C-1463-0FC7DC7974EE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88" name="Cube 94">
              <a:extLst>
                <a:ext uri="{FF2B5EF4-FFF2-40B4-BE49-F238E27FC236}">
                  <a16:creationId xmlns:a16="http://schemas.microsoft.com/office/drawing/2014/main" id="{59900C53-B900-505D-43DE-61892CD10855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0" name="Cube 95">
              <a:extLst>
                <a:ext uri="{FF2B5EF4-FFF2-40B4-BE49-F238E27FC236}">
                  <a16:creationId xmlns:a16="http://schemas.microsoft.com/office/drawing/2014/main" id="{B8B8312C-191E-59B0-CEE7-24EAFE13FA8C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2" name="Cube 96">
              <a:extLst>
                <a:ext uri="{FF2B5EF4-FFF2-40B4-BE49-F238E27FC236}">
                  <a16:creationId xmlns:a16="http://schemas.microsoft.com/office/drawing/2014/main" id="{33750C6B-A13B-2D84-DADE-B60450BE9A9C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6" name="Cube 97">
              <a:extLst>
                <a:ext uri="{FF2B5EF4-FFF2-40B4-BE49-F238E27FC236}">
                  <a16:creationId xmlns:a16="http://schemas.microsoft.com/office/drawing/2014/main" id="{26043D97-5B45-943D-D549-27D67538677B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7" name="Cube 98">
              <a:extLst>
                <a:ext uri="{FF2B5EF4-FFF2-40B4-BE49-F238E27FC236}">
                  <a16:creationId xmlns:a16="http://schemas.microsoft.com/office/drawing/2014/main" id="{68F5F10F-AAF2-5A95-5F02-35920282FC41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98" name="Cube 99">
              <a:extLst>
                <a:ext uri="{FF2B5EF4-FFF2-40B4-BE49-F238E27FC236}">
                  <a16:creationId xmlns:a16="http://schemas.microsoft.com/office/drawing/2014/main" id="{A6868BC3-3BB5-6146-C3BE-8659E16A2E2A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pic>
        <p:nvPicPr>
          <p:cNvPr id="816" name="Picture 6">
            <a:extLst>
              <a:ext uri="{FF2B5EF4-FFF2-40B4-BE49-F238E27FC236}">
                <a16:creationId xmlns:a16="http://schemas.microsoft.com/office/drawing/2014/main" id="{506896B2-D4E0-58AD-9ADE-215566337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95" t="-4274" r="15226" b="-7955"/>
          <a:stretch/>
        </p:blipFill>
        <p:spPr bwMode="auto">
          <a:xfrm>
            <a:off x="8626796" y="3589570"/>
            <a:ext cx="821758" cy="821758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3" name="组合 962">
            <a:extLst>
              <a:ext uri="{FF2B5EF4-FFF2-40B4-BE49-F238E27FC236}">
                <a16:creationId xmlns:a16="http://schemas.microsoft.com/office/drawing/2014/main" id="{851D7ABE-97DB-8133-8E10-1F81DB17BBE2}"/>
              </a:ext>
            </a:extLst>
          </p:cNvPr>
          <p:cNvGrpSpPr>
            <a:grpSpLocks noChangeAspect="1"/>
          </p:cNvGrpSpPr>
          <p:nvPr/>
        </p:nvGrpSpPr>
        <p:grpSpPr>
          <a:xfrm>
            <a:off x="4007669" y="1317482"/>
            <a:ext cx="747844" cy="1027197"/>
            <a:chOff x="2343492" y="1601720"/>
            <a:chExt cx="1574467" cy="2162579"/>
          </a:xfrm>
        </p:grpSpPr>
        <p:sp>
          <p:nvSpPr>
            <p:cNvPr id="893" name="Cube 556">
              <a:extLst>
                <a:ext uri="{FF2B5EF4-FFF2-40B4-BE49-F238E27FC236}">
                  <a16:creationId xmlns:a16="http://schemas.microsoft.com/office/drawing/2014/main" id="{8ACC55C7-0B53-9B76-D944-E831D6EF61AF}"/>
                </a:ext>
              </a:extLst>
            </p:cNvPr>
            <p:cNvSpPr/>
            <p:nvPr/>
          </p:nvSpPr>
          <p:spPr>
            <a:xfrm>
              <a:off x="2343492" y="1601720"/>
              <a:ext cx="648000" cy="216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94" name="Cube 556">
              <a:extLst>
                <a:ext uri="{FF2B5EF4-FFF2-40B4-BE49-F238E27FC236}">
                  <a16:creationId xmlns:a16="http://schemas.microsoft.com/office/drawing/2014/main" id="{FA6D5C61-E2A6-E9B8-D483-4F81C7BE3936}"/>
                </a:ext>
              </a:extLst>
            </p:cNvPr>
            <p:cNvSpPr/>
            <p:nvPr/>
          </p:nvSpPr>
          <p:spPr>
            <a:xfrm>
              <a:off x="2586287" y="1604299"/>
              <a:ext cx="648000" cy="216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95" name="Cube 557">
              <a:extLst>
                <a:ext uri="{FF2B5EF4-FFF2-40B4-BE49-F238E27FC236}">
                  <a16:creationId xmlns:a16="http://schemas.microsoft.com/office/drawing/2014/main" id="{58DE6946-7187-4679-FF01-E539F5E05011}"/>
                </a:ext>
              </a:extLst>
            </p:cNvPr>
            <p:cNvSpPr/>
            <p:nvPr/>
          </p:nvSpPr>
          <p:spPr>
            <a:xfrm>
              <a:off x="2851025" y="1822939"/>
              <a:ext cx="576000" cy="162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0" name="Cube 557">
              <a:extLst>
                <a:ext uri="{FF2B5EF4-FFF2-40B4-BE49-F238E27FC236}">
                  <a16:creationId xmlns:a16="http://schemas.microsoft.com/office/drawing/2014/main" id="{6545AB46-0449-AE36-5DE1-0A51908FB2BC}"/>
                </a:ext>
              </a:extLst>
            </p:cNvPr>
            <p:cNvSpPr/>
            <p:nvPr/>
          </p:nvSpPr>
          <p:spPr>
            <a:xfrm>
              <a:off x="3073159" y="1820357"/>
              <a:ext cx="576000" cy="162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1" name="Cube 558">
              <a:extLst>
                <a:ext uri="{FF2B5EF4-FFF2-40B4-BE49-F238E27FC236}">
                  <a16:creationId xmlns:a16="http://schemas.microsoft.com/office/drawing/2014/main" id="{C1273835-BB2F-B34D-9CD0-37362F67A0C5}"/>
                </a:ext>
              </a:extLst>
            </p:cNvPr>
            <p:cNvSpPr/>
            <p:nvPr/>
          </p:nvSpPr>
          <p:spPr>
            <a:xfrm>
              <a:off x="3320838" y="2092939"/>
              <a:ext cx="432000" cy="108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2" name="Cube 558">
              <a:extLst>
                <a:ext uri="{FF2B5EF4-FFF2-40B4-BE49-F238E27FC236}">
                  <a16:creationId xmlns:a16="http://schemas.microsoft.com/office/drawing/2014/main" id="{BA63B248-476B-3AB0-C71C-436C56824FCD}"/>
                </a:ext>
              </a:extLst>
            </p:cNvPr>
            <p:cNvSpPr/>
            <p:nvPr/>
          </p:nvSpPr>
          <p:spPr>
            <a:xfrm>
              <a:off x="3485958" y="2096636"/>
              <a:ext cx="432001" cy="1079999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831" name="Straight Arrow Connector 830">
            <a:extLst>
              <a:ext uri="{FF2B5EF4-FFF2-40B4-BE49-F238E27FC236}">
                <a16:creationId xmlns:a16="http://schemas.microsoft.com/office/drawing/2014/main" id="{1BA98696-5FC9-5B07-6556-1DF93A568462}"/>
              </a:ext>
            </a:extLst>
          </p:cNvPr>
          <p:cNvCxnSpPr>
            <a:cxnSpLocks/>
          </p:cNvCxnSpPr>
          <p:nvPr/>
        </p:nvCxnSpPr>
        <p:spPr>
          <a:xfrm flipV="1">
            <a:off x="4704931" y="1848466"/>
            <a:ext cx="35767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5" name="组合 964">
            <a:extLst>
              <a:ext uri="{FF2B5EF4-FFF2-40B4-BE49-F238E27FC236}">
                <a16:creationId xmlns:a16="http://schemas.microsoft.com/office/drawing/2014/main" id="{AAF2135D-7149-C0E2-C4F3-47B74EF16B9A}"/>
              </a:ext>
            </a:extLst>
          </p:cNvPr>
          <p:cNvGrpSpPr>
            <a:grpSpLocks noChangeAspect="1"/>
          </p:cNvGrpSpPr>
          <p:nvPr/>
        </p:nvGrpSpPr>
        <p:grpSpPr>
          <a:xfrm>
            <a:off x="3978698" y="4521125"/>
            <a:ext cx="747844" cy="1027197"/>
            <a:chOff x="2343492" y="1601720"/>
            <a:chExt cx="1574467" cy="2162579"/>
          </a:xfrm>
        </p:grpSpPr>
        <p:sp>
          <p:nvSpPr>
            <p:cNvPr id="966" name="Cube 556">
              <a:extLst>
                <a:ext uri="{FF2B5EF4-FFF2-40B4-BE49-F238E27FC236}">
                  <a16:creationId xmlns:a16="http://schemas.microsoft.com/office/drawing/2014/main" id="{4199F2D0-D06F-264B-46D8-7C7E02F3B0E6}"/>
                </a:ext>
              </a:extLst>
            </p:cNvPr>
            <p:cNvSpPr/>
            <p:nvPr/>
          </p:nvSpPr>
          <p:spPr>
            <a:xfrm>
              <a:off x="2343492" y="1601720"/>
              <a:ext cx="648000" cy="216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7" name="Cube 556">
              <a:extLst>
                <a:ext uri="{FF2B5EF4-FFF2-40B4-BE49-F238E27FC236}">
                  <a16:creationId xmlns:a16="http://schemas.microsoft.com/office/drawing/2014/main" id="{64A3BB04-AF86-343D-C263-40D94B1389B7}"/>
                </a:ext>
              </a:extLst>
            </p:cNvPr>
            <p:cNvSpPr/>
            <p:nvPr/>
          </p:nvSpPr>
          <p:spPr>
            <a:xfrm>
              <a:off x="2586287" y="1604299"/>
              <a:ext cx="648000" cy="216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8" name="Cube 557">
              <a:extLst>
                <a:ext uri="{FF2B5EF4-FFF2-40B4-BE49-F238E27FC236}">
                  <a16:creationId xmlns:a16="http://schemas.microsoft.com/office/drawing/2014/main" id="{97AC1816-FE21-A75A-EE4B-DC1A90A9A3D8}"/>
                </a:ext>
              </a:extLst>
            </p:cNvPr>
            <p:cNvSpPr/>
            <p:nvPr/>
          </p:nvSpPr>
          <p:spPr>
            <a:xfrm>
              <a:off x="2851025" y="1822939"/>
              <a:ext cx="576000" cy="162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69" name="Cube 557">
              <a:extLst>
                <a:ext uri="{FF2B5EF4-FFF2-40B4-BE49-F238E27FC236}">
                  <a16:creationId xmlns:a16="http://schemas.microsoft.com/office/drawing/2014/main" id="{68CD6D3E-92D8-44E0-C70C-34C98D798C05}"/>
                </a:ext>
              </a:extLst>
            </p:cNvPr>
            <p:cNvSpPr/>
            <p:nvPr/>
          </p:nvSpPr>
          <p:spPr>
            <a:xfrm>
              <a:off x="3073159" y="1820357"/>
              <a:ext cx="576000" cy="162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70" name="Cube 558">
              <a:extLst>
                <a:ext uri="{FF2B5EF4-FFF2-40B4-BE49-F238E27FC236}">
                  <a16:creationId xmlns:a16="http://schemas.microsoft.com/office/drawing/2014/main" id="{E10833DE-FF01-A59F-9A22-3F67D9CD3777}"/>
                </a:ext>
              </a:extLst>
            </p:cNvPr>
            <p:cNvSpPr/>
            <p:nvPr/>
          </p:nvSpPr>
          <p:spPr>
            <a:xfrm>
              <a:off x="3320838" y="2092939"/>
              <a:ext cx="432000" cy="1080000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71" name="Cube 558">
              <a:extLst>
                <a:ext uri="{FF2B5EF4-FFF2-40B4-BE49-F238E27FC236}">
                  <a16:creationId xmlns:a16="http://schemas.microsoft.com/office/drawing/2014/main" id="{49479ABB-F403-DCD9-DEDD-A74ABD007E25}"/>
                </a:ext>
              </a:extLst>
            </p:cNvPr>
            <p:cNvSpPr/>
            <p:nvPr/>
          </p:nvSpPr>
          <p:spPr>
            <a:xfrm>
              <a:off x="3485958" y="2096636"/>
              <a:ext cx="432001" cy="1079999"/>
            </a:xfrm>
            <a:prstGeom prst="cube">
              <a:avLst>
                <a:gd name="adj" fmla="val 739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826" name="Straight Arrow Connector 825">
            <a:extLst>
              <a:ext uri="{FF2B5EF4-FFF2-40B4-BE49-F238E27FC236}">
                <a16:creationId xmlns:a16="http://schemas.microsoft.com/office/drawing/2014/main" id="{84FD4A7E-6582-A4A6-2A57-F5E5FCF3666E}"/>
              </a:ext>
            </a:extLst>
          </p:cNvPr>
          <p:cNvCxnSpPr>
            <a:cxnSpLocks/>
          </p:cNvCxnSpPr>
          <p:nvPr/>
        </p:nvCxnSpPr>
        <p:spPr>
          <a:xfrm flipV="1">
            <a:off x="4646465" y="5031922"/>
            <a:ext cx="357671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80" name="组合 979">
            <a:extLst>
              <a:ext uri="{FF2B5EF4-FFF2-40B4-BE49-F238E27FC236}">
                <a16:creationId xmlns:a16="http://schemas.microsoft.com/office/drawing/2014/main" id="{1E108006-7183-DB58-3BAC-2B720F92D999}"/>
              </a:ext>
            </a:extLst>
          </p:cNvPr>
          <p:cNvGrpSpPr/>
          <p:nvPr/>
        </p:nvGrpSpPr>
        <p:grpSpPr>
          <a:xfrm>
            <a:off x="6480589" y="4460882"/>
            <a:ext cx="796725" cy="1027197"/>
            <a:chOff x="4191764" y="4008648"/>
            <a:chExt cx="1796165" cy="216000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81" name="Cube 1102">
              <a:extLst>
                <a:ext uri="{FF2B5EF4-FFF2-40B4-BE49-F238E27FC236}">
                  <a16:creationId xmlns:a16="http://schemas.microsoft.com/office/drawing/2014/main" id="{A13B0303-79D2-C0E2-D3E1-BE6ABDFFAF65}"/>
                </a:ext>
              </a:extLst>
            </p:cNvPr>
            <p:cNvSpPr/>
            <p:nvPr/>
          </p:nvSpPr>
          <p:spPr>
            <a:xfrm>
              <a:off x="4191764" y="4740862"/>
              <a:ext cx="432000" cy="108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3" name="Cube 1102">
              <a:extLst>
                <a:ext uri="{FF2B5EF4-FFF2-40B4-BE49-F238E27FC236}">
                  <a16:creationId xmlns:a16="http://schemas.microsoft.com/office/drawing/2014/main" id="{02598E93-A5CC-6FE7-6E4B-81C1360FD7DE}"/>
                </a:ext>
              </a:extLst>
            </p:cNvPr>
            <p:cNvSpPr/>
            <p:nvPr/>
          </p:nvSpPr>
          <p:spPr>
            <a:xfrm>
              <a:off x="4390455" y="4740860"/>
              <a:ext cx="432001" cy="1080001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4" name="Cube 1103">
              <a:extLst>
                <a:ext uri="{FF2B5EF4-FFF2-40B4-BE49-F238E27FC236}">
                  <a16:creationId xmlns:a16="http://schemas.microsoft.com/office/drawing/2014/main" id="{DF95E913-0EDF-8039-050F-D4148C80B59C}"/>
                </a:ext>
              </a:extLst>
            </p:cNvPr>
            <p:cNvSpPr/>
            <p:nvPr/>
          </p:nvSpPr>
          <p:spPr>
            <a:xfrm>
              <a:off x="4597991" y="4380504"/>
              <a:ext cx="575999" cy="161999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5" name="Cube 1103">
              <a:extLst>
                <a:ext uri="{FF2B5EF4-FFF2-40B4-BE49-F238E27FC236}">
                  <a16:creationId xmlns:a16="http://schemas.microsoft.com/office/drawing/2014/main" id="{C51C0031-9EBB-FF08-2927-62C73BF8D496}"/>
                </a:ext>
              </a:extLst>
            </p:cNvPr>
            <p:cNvSpPr/>
            <p:nvPr/>
          </p:nvSpPr>
          <p:spPr>
            <a:xfrm>
              <a:off x="4827289" y="4380516"/>
              <a:ext cx="575999" cy="161999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6" name="Cube 1104">
              <a:extLst>
                <a:ext uri="{FF2B5EF4-FFF2-40B4-BE49-F238E27FC236}">
                  <a16:creationId xmlns:a16="http://schemas.microsoft.com/office/drawing/2014/main" id="{3A4465F4-4B87-E9A1-324E-3C3D0D501374}"/>
                </a:ext>
              </a:extLst>
            </p:cNvPr>
            <p:cNvSpPr/>
            <p:nvPr/>
          </p:nvSpPr>
          <p:spPr>
            <a:xfrm>
              <a:off x="5086817" y="4008650"/>
              <a:ext cx="648001" cy="216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87" name="Cube 1104">
              <a:extLst>
                <a:ext uri="{FF2B5EF4-FFF2-40B4-BE49-F238E27FC236}">
                  <a16:creationId xmlns:a16="http://schemas.microsoft.com/office/drawing/2014/main" id="{4A0F3317-83EF-3455-E128-7A9CD204D83C}"/>
                </a:ext>
              </a:extLst>
            </p:cNvPr>
            <p:cNvSpPr/>
            <p:nvPr/>
          </p:nvSpPr>
          <p:spPr>
            <a:xfrm>
              <a:off x="5339928" y="4008648"/>
              <a:ext cx="648001" cy="216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88" name="组合 987">
            <a:extLst>
              <a:ext uri="{FF2B5EF4-FFF2-40B4-BE49-F238E27FC236}">
                <a16:creationId xmlns:a16="http://schemas.microsoft.com/office/drawing/2014/main" id="{900582B6-D8DF-AB11-B160-19BC5F0232A8}"/>
              </a:ext>
            </a:extLst>
          </p:cNvPr>
          <p:cNvGrpSpPr/>
          <p:nvPr/>
        </p:nvGrpSpPr>
        <p:grpSpPr>
          <a:xfrm>
            <a:off x="6480000" y="1240949"/>
            <a:ext cx="796725" cy="1027197"/>
            <a:chOff x="4191764" y="4008648"/>
            <a:chExt cx="1796165" cy="2160002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90" name="Cube 1102">
              <a:extLst>
                <a:ext uri="{FF2B5EF4-FFF2-40B4-BE49-F238E27FC236}">
                  <a16:creationId xmlns:a16="http://schemas.microsoft.com/office/drawing/2014/main" id="{E3DEECE1-C3C1-B7B7-371F-670C6E2C4C89}"/>
                </a:ext>
              </a:extLst>
            </p:cNvPr>
            <p:cNvSpPr/>
            <p:nvPr/>
          </p:nvSpPr>
          <p:spPr>
            <a:xfrm>
              <a:off x="4191764" y="4740862"/>
              <a:ext cx="432000" cy="108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1" name="Cube 1102">
              <a:extLst>
                <a:ext uri="{FF2B5EF4-FFF2-40B4-BE49-F238E27FC236}">
                  <a16:creationId xmlns:a16="http://schemas.microsoft.com/office/drawing/2014/main" id="{096D9111-6914-08DB-B6FD-4C702A71735E}"/>
                </a:ext>
              </a:extLst>
            </p:cNvPr>
            <p:cNvSpPr/>
            <p:nvPr/>
          </p:nvSpPr>
          <p:spPr>
            <a:xfrm>
              <a:off x="4390455" y="4740860"/>
              <a:ext cx="432001" cy="1080001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2" name="Cube 1103">
              <a:extLst>
                <a:ext uri="{FF2B5EF4-FFF2-40B4-BE49-F238E27FC236}">
                  <a16:creationId xmlns:a16="http://schemas.microsoft.com/office/drawing/2014/main" id="{2C336FE4-31DB-3D7D-9C7A-1183CF0B9350}"/>
                </a:ext>
              </a:extLst>
            </p:cNvPr>
            <p:cNvSpPr/>
            <p:nvPr/>
          </p:nvSpPr>
          <p:spPr>
            <a:xfrm>
              <a:off x="4597991" y="4380504"/>
              <a:ext cx="575999" cy="161999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3" name="Cube 1103">
              <a:extLst>
                <a:ext uri="{FF2B5EF4-FFF2-40B4-BE49-F238E27FC236}">
                  <a16:creationId xmlns:a16="http://schemas.microsoft.com/office/drawing/2014/main" id="{6E9DCA2A-8DEC-76FD-1523-00B49F27B9FE}"/>
                </a:ext>
              </a:extLst>
            </p:cNvPr>
            <p:cNvSpPr/>
            <p:nvPr/>
          </p:nvSpPr>
          <p:spPr>
            <a:xfrm>
              <a:off x="4827289" y="4380516"/>
              <a:ext cx="575999" cy="161999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4" name="Cube 1104">
              <a:extLst>
                <a:ext uri="{FF2B5EF4-FFF2-40B4-BE49-F238E27FC236}">
                  <a16:creationId xmlns:a16="http://schemas.microsoft.com/office/drawing/2014/main" id="{59E7D735-548E-8493-CDFC-9AC40C0BCE40}"/>
                </a:ext>
              </a:extLst>
            </p:cNvPr>
            <p:cNvSpPr/>
            <p:nvPr/>
          </p:nvSpPr>
          <p:spPr>
            <a:xfrm>
              <a:off x="5086817" y="4008650"/>
              <a:ext cx="648001" cy="216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96" name="Cube 1104">
              <a:extLst>
                <a:ext uri="{FF2B5EF4-FFF2-40B4-BE49-F238E27FC236}">
                  <a16:creationId xmlns:a16="http://schemas.microsoft.com/office/drawing/2014/main" id="{52120E03-AFF2-3461-CA7E-5FCD6A617F6E}"/>
                </a:ext>
              </a:extLst>
            </p:cNvPr>
            <p:cNvSpPr/>
            <p:nvPr/>
          </p:nvSpPr>
          <p:spPr>
            <a:xfrm>
              <a:off x="5339928" y="4008648"/>
              <a:ext cx="648001" cy="2160000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CABED20D-E0A4-6A75-A373-D555CBAFAE79}"/>
              </a:ext>
            </a:extLst>
          </p:cNvPr>
          <p:cNvCxnSpPr>
            <a:cxnSpLocks/>
          </p:cNvCxnSpPr>
          <p:nvPr/>
        </p:nvCxnSpPr>
        <p:spPr>
          <a:xfrm>
            <a:off x="7244819" y="1848466"/>
            <a:ext cx="364780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4" name="Group 1105">
            <a:extLst>
              <a:ext uri="{FF2B5EF4-FFF2-40B4-BE49-F238E27FC236}">
                <a16:creationId xmlns:a16="http://schemas.microsoft.com/office/drawing/2014/main" id="{BB3CADE0-DC8B-9ABD-E73B-08D42A61317A}"/>
              </a:ext>
            </a:extLst>
          </p:cNvPr>
          <p:cNvGrpSpPr>
            <a:grpSpLocks noChangeAspect="1"/>
          </p:cNvGrpSpPr>
          <p:nvPr/>
        </p:nvGrpSpPr>
        <p:grpSpPr>
          <a:xfrm>
            <a:off x="8059404" y="3599304"/>
            <a:ext cx="371033" cy="657406"/>
            <a:chOff x="4046915" y="959799"/>
            <a:chExt cx="613460" cy="1099849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6" name="Cube 1106">
              <a:extLst>
                <a:ext uri="{FF2B5EF4-FFF2-40B4-BE49-F238E27FC236}">
                  <a16:creationId xmlns:a16="http://schemas.microsoft.com/office/drawing/2014/main" id="{CD814C53-D4AD-1E44-C1B3-E2A4EA9B7450}"/>
                </a:ext>
              </a:extLst>
            </p:cNvPr>
            <p:cNvSpPr/>
            <p:nvPr/>
          </p:nvSpPr>
          <p:spPr>
            <a:xfrm>
              <a:off x="4046915" y="959799"/>
              <a:ext cx="434778" cy="109984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27" name="Cube 1107">
              <a:extLst>
                <a:ext uri="{FF2B5EF4-FFF2-40B4-BE49-F238E27FC236}">
                  <a16:creationId xmlns:a16="http://schemas.microsoft.com/office/drawing/2014/main" id="{EA2A64B7-ADB3-92B2-ABE9-D68C097BAE56}"/>
                </a:ext>
              </a:extLst>
            </p:cNvPr>
            <p:cNvSpPr/>
            <p:nvPr/>
          </p:nvSpPr>
          <p:spPr>
            <a:xfrm>
              <a:off x="4225597" y="1073491"/>
              <a:ext cx="434778" cy="843218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869" name="Straight Arrow Connector 1044">
            <a:extLst>
              <a:ext uri="{FF2B5EF4-FFF2-40B4-BE49-F238E27FC236}">
                <a16:creationId xmlns:a16="http://schemas.microsoft.com/office/drawing/2014/main" id="{E9716CA9-F3C5-CA25-4B53-D3CF267A3249}"/>
              </a:ext>
            </a:extLst>
          </p:cNvPr>
          <p:cNvCxnSpPr>
            <a:cxnSpLocks/>
          </p:cNvCxnSpPr>
          <p:nvPr/>
        </p:nvCxnSpPr>
        <p:spPr>
          <a:xfrm>
            <a:off x="8345307" y="4003935"/>
            <a:ext cx="28427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8" name="Group 1105">
            <a:extLst>
              <a:ext uri="{FF2B5EF4-FFF2-40B4-BE49-F238E27FC236}">
                <a16:creationId xmlns:a16="http://schemas.microsoft.com/office/drawing/2014/main" id="{C28C2C69-6C93-3BED-2133-65C523A11863}"/>
              </a:ext>
            </a:extLst>
          </p:cNvPr>
          <p:cNvGrpSpPr>
            <a:grpSpLocks noChangeAspect="1"/>
          </p:cNvGrpSpPr>
          <p:nvPr/>
        </p:nvGrpSpPr>
        <p:grpSpPr>
          <a:xfrm>
            <a:off x="8049105" y="5557117"/>
            <a:ext cx="371033" cy="657406"/>
            <a:chOff x="4046915" y="959799"/>
            <a:chExt cx="613460" cy="1099849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9" name="Cube 1106">
              <a:extLst>
                <a:ext uri="{FF2B5EF4-FFF2-40B4-BE49-F238E27FC236}">
                  <a16:creationId xmlns:a16="http://schemas.microsoft.com/office/drawing/2014/main" id="{03871B56-88FC-0434-B6B1-941C49E8998F}"/>
                </a:ext>
              </a:extLst>
            </p:cNvPr>
            <p:cNvSpPr/>
            <p:nvPr/>
          </p:nvSpPr>
          <p:spPr>
            <a:xfrm>
              <a:off x="4046915" y="959799"/>
              <a:ext cx="434778" cy="109984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30" name="Cube 1107">
              <a:extLst>
                <a:ext uri="{FF2B5EF4-FFF2-40B4-BE49-F238E27FC236}">
                  <a16:creationId xmlns:a16="http://schemas.microsoft.com/office/drawing/2014/main" id="{16DD1371-F4B8-EF65-1E3D-56B3ECD533E4}"/>
                </a:ext>
              </a:extLst>
            </p:cNvPr>
            <p:cNvSpPr/>
            <p:nvPr/>
          </p:nvSpPr>
          <p:spPr>
            <a:xfrm>
              <a:off x="4225597" y="1073491"/>
              <a:ext cx="434778" cy="843218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870" name="Straight Arrow Connector 1044">
            <a:extLst>
              <a:ext uri="{FF2B5EF4-FFF2-40B4-BE49-F238E27FC236}">
                <a16:creationId xmlns:a16="http://schemas.microsoft.com/office/drawing/2014/main" id="{70DFFE3E-FDC9-BF7A-D821-CEC5478A460F}"/>
              </a:ext>
            </a:extLst>
          </p:cNvPr>
          <p:cNvCxnSpPr>
            <a:cxnSpLocks/>
          </p:cNvCxnSpPr>
          <p:nvPr/>
        </p:nvCxnSpPr>
        <p:spPr>
          <a:xfrm>
            <a:off x="8348096" y="5924873"/>
            <a:ext cx="278700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1" name="Group 1105">
            <a:extLst>
              <a:ext uri="{FF2B5EF4-FFF2-40B4-BE49-F238E27FC236}">
                <a16:creationId xmlns:a16="http://schemas.microsoft.com/office/drawing/2014/main" id="{6C4F564E-7217-0C0E-B2E0-2CC581DAC150}"/>
              </a:ext>
            </a:extLst>
          </p:cNvPr>
          <p:cNvGrpSpPr>
            <a:grpSpLocks noChangeAspect="1"/>
          </p:cNvGrpSpPr>
          <p:nvPr/>
        </p:nvGrpSpPr>
        <p:grpSpPr>
          <a:xfrm>
            <a:off x="7631507" y="1494305"/>
            <a:ext cx="371033" cy="657406"/>
            <a:chOff x="4046915" y="959799"/>
            <a:chExt cx="613460" cy="1099849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32" name="Cube 1106">
              <a:extLst>
                <a:ext uri="{FF2B5EF4-FFF2-40B4-BE49-F238E27FC236}">
                  <a16:creationId xmlns:a16="http://schemas.microsoft.com/office/drawing/2014/main" id="{527CFE1A-CA86-006F-6F32-E5896FD07162}"/>
                </a:ext>
              </a:extLst>
            </p:cNvPr>
            <p:cNvSpPr/>
            <p:nvPr/>
          </p:nvSpPr>
          <p:spPr>
            <a:xfrm>
              <a:off x="4046915" y="959799"/>
              <a:ext cx="434778" cy="109984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33" name="Cube 1107">
              <a:extLst>
                <a:ext uri="{FF2B5EF4-FFF2-40B4-BE49-F238E27FC236}">
                  <a16:creationId xmlns:a16="http://schemas.microsoft.com/office/drawing/2014/main" id="{9AC80C49-FDDD-0E7F-1D8C-93ABFA800532}"/>
                </a:ext>
              </a:extLst>
            </p:cNvPr>
            <p:cNvSpPr/>
            <p:nvPr/>
          </p:nvSpPr>
          <p:spPr>
            <a:xfrm>
              <a:off x="4225597" y="1073491"/>
              <a:ext cx="434778" cy="843218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1116" name="Straight Arrow Connector 1115">
            <a:extLst>
              <a:ext uri="{FF2B5EF4-FFF2-40B4-BE49-F238E27FC236}">
                <a16:creationId xmlns:a16="http://schemas.microsoft.com/office/drawing/2014/main" id="{1D8A299B-30E0-EACB-66E2-E5EC19C60875}"/>
              </a:ext>
            </a:extLst>
          </p:cNvPr>
          <p:cNvCxnSpPr>
            <a:cxnSpLocks/>
          </p:cNvCxnSpPr>
          <p:nvPr/>
        </p:nvCxnSpPr>
        <p:spPr>
          <a:xfrm>
            <a:off x="7936560" y="1850045"/>
            <a:ext cx="362146" cy="8437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35" name="Group 1105">
            <a:extLst>
              <a:ext uri="{FF2B5EF4-FFF2-40B4-BE49-F238E27FC236}">
                <a16:creationId xmlns:a16="http://schemas.microsoft.com/office/drawing/2014/main" id="{999F776F-8F3E-841F-E604-F7BD606AACFF}"/>
              </a:ext>
            </a:extLst>
          </p:cNvPr>
          <p:cNvGrpSpPr>
            <a:grpSpLocks noChangeAspect="1"/>
          </p:cNvGrpSpPr>
          <p:nvPr/>
        </p:nvGrpSpPr>
        <p:grpSpPr>
          <a:xfrm>
            <a:off x="10279579" y="4732946"/>
            <a:ext cx="287961" cy="510218"/>
            <a:chOff x="4046915" y="959799"/>
            <a:chExt cx="613460" cy="1099849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042" name="Cube 1106">
              <a:extLst>
                <a:ext uri="{FF2B5EF4-FFF2-40B4-BE49-F238E27FC236}">
                  <a16:creationId xmlns:a16="http://schemas.microsoft.com/office/drawing/2014/main" id="{EC961DB7-AE0F-7FFC-E5C6-2673B3EF804C}"/>
                </a:ext>
              </a:extLst>
            </p:cNvPr>
            <p:cNvSpPr/>
            <p:nvPr/>
          </p:nvSpPr>
          <p:spPr>
            <a:xfrm>
              <a:off x="4046915" y="959799"/>
              <a:ext cx="434778" cy="1099849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43" name="Cube 1107">
              <a:extLst>
                <a:ext uri="{FF2B5EF4-FFF2-40B4-BE49-F238E27FC236}">
                  <a16:creationId xmlns:a16="http://schemas.microsoft.com/office/drawing/2014/main" id="{6E43CA61-5A06-2012-9621-9AC43B41A7A7}"/>
                </a:ext>
              </a:extLst>
            </p:cNvPr>
            <p:cNvSpPr/>
            <p:nvPr/>
          </p:nvSpPr>
          <p:spPr>
            <a:xfrm>
              <a:off x="4225597" y="1073491"/>
              <a:ext cx="434778" cy="843218"/>
            </a:xfrm>
            <a:prstGeom prst="cube">
              <a:avLst>
                <a:gd name="adj" fmla="val 7399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94D655A2-5C7B-7EA2-3C75-78EB8F9FF224}"/>
              </a:ext>
            </a:extLst>
          </p:cNvPr>
          <p:cNvCxnSpPr>
            <a:cxnSpLocks/>
          </p:cNvCxnSpPr>
          <p:nvPr/>
        </p:nvCxnSpPr>
        <p:spPr>
          <a:xfrm>
            <a:off x="10526120" y="5018630"/>
            <a:ext cx="359707" cy="558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r 1135">
            <a:extLst>
              <a:ext uri="{FF2B5EF4-FFF2-40B4-BE49-F238E27FC236}">
                <a16:creationId xmlns:a16="http://schemas.microsoft.com/office/drawing/2014/main" id="{5279E66F-8BA7-4969-375E-258ED41A03D6}"/>
              </a:ext>
            </a:extLst>
          </p:cNvPr>
          <p:cNvSpPr/>
          <p:nvPr/>
        </p:nvSpPr>
        <p:spPr>
          <a:xfrm>
            <a:off x="9751358" y="1812012"/>
            <a:ext cx="123264" cy="123264"/>
          </a:xfrm>
          <a:prstGeom prst="flowChartOr">
            <a:avLst/>
          </a:prstGeom>
          <a:grp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14" name="Straight Arrow Connector 1142">
            <a:extLst>
              <a:ext uri="{FF2B5EF4-FFF2-40B4-BE49-F238E27FC236}">
                <a16:creationId xmlns:a16="http://schemas.microsoft.com/office/drawing/2014/main" id="{5603FD74-9AD1-2163-34D8-8FE8CF192550}"/>
              </a:ext>
            </a:extLst>
          </p:cNvPr>
          <p:cNvCxnSpPr>
            <a:cxnSpLocks/>
            <a:stCxn id="515" idx="6"/>
            <a:endCxn id="6" idx="2"/>
          </p:cNvCxnSpPr>
          <p:nvPr/>
        </p:nvCxnSpPr>
        <p:spPr>
          <a:xfrm>
            <a:off x="9158894" y="1870048"/>
            <a:ext cx="592464" cy="359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139">
            <a:extLst>
              <a:ext uri="{FF2B5EF4-FFF2-40B4-BE49-F238E27FC236}">
                <a16:creationId xmlns:a16="http://schemas.microsoft.com/office/drawing/2014/main" id="{FE831922-B085-5AEC-EB08-545C2B927C39}"/>
              </a:ext>
            </a:extLst>
          </p:cNvPr>
          <p:cNvCxnSpPr>
            <a:cxnSpLocks/>
            <a:stCxn id="816" idx="6"/>
            <a:endCxn id="6" idx="4"/>
          </p:cNvCxnSpPr>
          <p:nvPr/>
        </p:nvCxnSpPr>
        <p:spPr>
          <a:xfrm flipV="1">
            <a:off x="9448554" y="1935276"/>
            <a:ext cx="364436" cy="2065173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1139">
            <a:extLst>
              <a:ext uri="{FF2B5EF4-FFF2-40B4-BE49-F238E27FC236}">
                <a16:creationId xmlns:a16="http://schemas.microsoft.com/office/drawing/2014/main" id="{1D028AC8-6F28-BCC2-0993-E988C2F8468A}"/>
              </a:ext>
            </a:extLst>
          </p:cNvPr>
          <p:cNvCxnSpPr>
            <a:cxnSpLocks/>
            <a:stCxn id="512" idx="6"/>
            <a:endCxn id="6" idx="4"/>
          </p:cNvCxnSpPr>
          <p:nvPr/>
        </p:nvCxnSpPr>
        <p:spPr>
          <a:xfrm flipV="1">
            <a:off x="9450771" y="1935276"/>
            <a:ext cx="362219" cy="399263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F1FF8CA-2284-B516-5C59-CCE4ED7F26E6}"/>
              </a:ext>
            </a:extLst>
          </p:cNvPr>
          <p:cNvCxnSpPr>
            <a:cxnSpLocks/>
          </p:cNvCxnSpPr>
          <p:nvPr/>
        </p:nvCxnSpPr>
        <p:spPr>
          <a:xfrm flipV="1">
            <a:off x="9874622" y="1481822"/>
            <a:ext cx="662443" cy="38927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89FD09F5-8604-9853-076F-07CE6F49FC7E}"/>
              </a:ext>
            </a:extLst>
          </p:cNvPr>
          <p:cNvCxnSpPr>
            <a:cxnSpLocks/>
            <a:stCxn id="6" idx="6"/>
            <a:endCxn id="1126" idx="1"/>
          </p:cNvCxnSpPr>
          <p:nvPr/>
        </p:nvCxnSpPr>
        <p:spPr>
          <a:xfrm>
            <a:off x="9874622" y="1873644"/>
            <a:ext cx="651499" cy="338768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文本框 166">
            <a:extLst>
              <a:ext uri="{FF2B5EF4-FFF2-40B4-BE49-F238E27FC236}">
                <a16:creationId xmlns:a16="http://schemas.microsoft.com/office/drawing/2014/main" id="{5D52EBE6-881A-BC05-5376-ACF461DFB8E5}"/>
              </a:ext>
            </a:extLst>
          </p:cNvPr>
          <p:cNvSpPr txBox="1"/>
          <p:nvPr/>
        </p:nvSpPr>
        <p:spPr>
          <a:xfrm>
            <a:off x="9380977" y="1531080"/>
            <a:ext cx="844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filter</a:t>
            </a:r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097">
                <a:extLst>
                  <a:ext uri="{FF2B5EF4-FFF2-40B4-BE49-F238E27FC236}">
                    <a16:creationId xmlns:a16="http://schemas.microsoft.com/office/drawing/2014/main" id="{E5800DE0-FF43-0B14-39FC-C602EF201576}"/>
                  </a:ext>
                </a:extLst>
              </p:cNvPr>
              <p:cNvSpPr txBox="1"/>
              <p:nvPr/>
            </p:nvSpPr>
            <p:spPr>
              <a:xfrm>
                <a:off x="10200126" y="6025283"/>
                <a:ext cx="4941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sem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rgbClr val="FF0000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170" name="TextBox 1097">
                <a:extLst>
                  <a:ext uri="{FF2B5EF4-FFF2-40B4-BE49-F238E27FC236}">
                    <a16:creationId xmlns:a16="http://schemas.microsoft.com/office/drawing/2014/main" id="{E5800DE0-FF43-0B14-39FC-C602EF201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126" y="6025283"/>
                <a:ext cx="494171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Connector 1054">
            <a:extLst>
              <a:ext uri="{FF2B5EF4-FFF2-40B4-BE49-F238E27FC236}">
                <a16:creationId xmlns:a16="http://schemas.microsoft.com/office/drawing/2014/main" id="{A09B4F26-2348-65C0-48C6-E7A49DA787E5}"/>
              </a:ext>
            </a:extLst>
          </p:cNvPr>
          <p:cNvCxnSpPr>
            <a:cxnSpLocks/>
          </p:cNvCxnSpPr>
          <p:nvPr/>
        </p:nvCxnSpPr>
        <p:spPr>
          <a:xfrm flipH="1" flipV="1">
            <a:off x="5759942" y="4999129"/>
            <a:ext cx="672115" cy="656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" name="Picture 2">
            <a:extLst>
              <a:ext uri="{FF2B5EF4-FFF2-40B4-BE49-F238E27FC236}">
                <a16:creationId xmlns:a16="http://schemas.microsoft.com/office/drawing/2014/main" id="{E95E29EF-E78F-B503-84C4-264134F6D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06" t="-5793" r="-14021" b="5793"/>
          <a:stretch/>
        </p:blipFill>
        <p:spPr bwMode="auto">
          <a:xfrm>
            <a:off x="8629971" y="5517511"/>
            <a:ext cx="820800" cy="820800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" name="Picture 2">
            <a:extLst>
              <a:ext uri="{FF2B5EF4-FFF2-40B4-BE49-F238E27FC236}">
                <a16:creationId xmlns:a16="http://schemas.microsoft.com/office/drawing/2014/main" id="{9CBF10DD-8247-53FF-4D53-C7E1E7806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9" t="25576" r="29624" b="15899"/>
          <a:stretch/>
        </p:blipFill>
        <p:spPr bwMode="auto">
          <a:xfrm>
            <a:off x="8338095" y="1459648"/>
            <a:ext cx="820799" cy="820800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FF2F3-3735-8DA1-29CB-C1A6922BFE5D}"/>
                  </a:ext>
                </a:extLst>
              </p:cNvPr>
              <p:cNvSpPr txBox="1"/>
              <p:nvPr/>
            </p:nvSpPr>
            <p:spPr>
              <a:xfrm>
                <a:off x="6406767" y="3880296"/>
                <a:ext cx="72274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𝑺𝑰𝑭𝑪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47FF2F3-3735-8DA1-29CB-C1A6922BF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767" y="3880296"/>
                <a:ext cx="722742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Straight Arrow Connector 1092">
            <a:extLst>
              <a:ext uri="{FF2B5EF4-FFF2-40B4-BE49-F238E27FC236}">
                <a16:creationId xmlns:a16="http://schemas.microsoft.com/office/drawing/2014/main" id="{293EB166-C9A2-C97D-A1F2-0556F52D5A0C}"/>
              </a:ext>
            </a:extLst>
          </p:cNvPr>
          <p:cNvCxnSpPr>
            <a:cxnSpLocks/>
          </p:cNvCxnSpPr>
          <p:nvPr/>
        </p:nvCxnSpPr>
        <p:spPr>
          <a:xfrm flipH="1">
            <a:off x="9593624" y="4264718"/>
            <a:ext cx="6318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TextBox 1097">
                <a:extLst>
                  <a:ext uri="{FF2B5EF4-FFF2-40B4-BE49-F238E27FC236}">
                    <a16:creationId xmlns:a16="http://schemas.microsoft.com/office/drawing/2014/main" id="{F4EB1236-F00C-83AA-8C1B-9BBAB3810A37}"/>
                  </a:ext>
                </a:extLst>
              </p:cNvPr>
              <p:cNvSpPr txBox="1"/>
              <p:nvPr/>
            </p:nvSpPr>
            <p:spPr>
              <a:xfrm>
                <a:off x="10196850" y="4115142"/>
                <a:ext cx="4941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4572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sem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solidFill>
                    <a:srgbClr val="FF0000"/>
                  </a:solidFill>
                  <a:latin typeface="Aptos" panose="02110004020202020204"/>
                </a:endParaRPr>
              </a:p>
            </p:txBody>
          </p:sp>
        </mc:Choice>
        <mc:Fallback>
          <p:sp>
            <p:nvSpPr>
              <p:cNvPr id="174" name="TextBox 1097">
                <a:extLst>
                  <a:ext uri="{FF2B5EF4-FFF2-40B4-BE49-F238E27FC236}">
                    <a16:creationId xmlns:a16="http://schemas.microsoft.com/office/drawing/2014/main" id="{F4EB1236-F00C-83AA-8C1B-9BBAB381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6850" y="4115142"/>
                <a:ext cx="494171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Straight Arrow Connector 1092">
            <a:extLst>
              <a:ext uri="{FF2B5EF4-FFF2-40B4-BE49-F238E27FC236}">
                <a16:creationId xmlns:a16="http://schemas.microsoft.com/office/drawing/2014/main" id="{F0478E44-9340-D36C-25EF-58247126F953}"/>
              </a:ext>
            </a:extLst>
          </p:cNvPr>
          <p:cNvCxnSpPr>
            <a:cxnSpLocks/>
          </p:cNvCxnSpPr>
          <p:nvPr/>
        </p:nvCxnSpPr>
        <p:spPr>
          <a:xfrm flipH="1">
            <a:off x="9594253" y="6171872"/>
            <a:ext cx="63117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1" name="Group 296">
            <a:extLst>
              <a:ext uri="{FF2B5EF4-FFF2-40B4-BE49-F238E27FC236}">
                <a16:creationId xmlns:a16="http://schemas.microsoft.com/office/drawing/2014/main" id="{350AD231-C507-3886-535A-74A410C33FB6}"/>
              </a:ext>
            </a:extLst>
          </p:cNvPr>
          <p:cNvGrpSpPr/>
          <p:nvPr/>
        </p:nvGrpSpPr>
        <p:grpSpPr>
          <a:xfrm>
            <a:off x="5101167" y="5245715"/>
            <a:ext cx="657406" cy="657406"/>
            <a:chOff x="4172406" y="2301780"/>
            <a:chExt cx="694758" cy="703292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502" name="Cube 297">
              <a:extLst>
                <a:ext uri="{FF2B5EF4-FFF2-40B4-BE49-F238E27FC236}">
                  <a16:creationId xmlns:a16="http://schemas.microsoft.com/office/drawing/2014/main" id="{CEAD295B-89E0-A613-C0A1-F8CDCC63B3AE}"/>
                </a:ext>
              </a:extLst>
            </p:cNvPr>
            <p:cNvSpPr>
              <a:spLocks/>
            </p:cNvSpPr>
            <p:nvPr/>
          </p:nvSpPr>
          <p:spPr>
            <a:xfrm>
              <a:off x="4291452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3" name="Cube 298">
              <a:extLst>
                <a:ext uri="{FF2B5EF4-FFF2-40B4-BE49-F238E27FC236}">
                  <a16:creationId xmlns:a16="http://schemas.microsoft.com/office/drawing/2014/main" id="{8C3F4C4B-5496-0E94-D801-E0FEC1A65A11}"/>
                </a:ext>
              </a:extLst>
            </p:cNvPr>
            <p:cNvSpPr>
              <a:spLocks/>
            </p:cNvSpPr>
            <p:nvPr/>
          </p:nvSpPr>
          <p:spPr>
            <a:xfrm>
              <a:off x="4291452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4" name="Cube 299">
              <a:extLst>
                <a:ext uri="{FF2B5EF4-FFF2-40B4-BE49-F238E27FC236}">
                  <a16:creationId xmlns:a16="http://schemas.microsoft.com/office/drawing/2014/main" id="{CB5762C3-CA4D-9F25-C191-F05D172806A3}"/>
                </a:ext>
              </a:extLst>
            </p:cNvPr>
            <p:cNvSpPr>
              <a:spLocks/>
            </p:cNvSpPr>
            <p:nvPr/>
          </p:nvSpPr>
          <p:spPr>
            <a:xfrm>
              <a:off x="4423356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5" name="Cube 300">
              <a:extLst>
                <a:ext uri="{FF2B5EF4-FFF2-40B4-BE49-F238E27FC236}">
                  <a16:creationId xmlns:a16="http://schemas.microsoft.com/office/drawing/2014/main" id="{8BC82A45-BC4B-4DF0-F6B0-9AB4439A5124}"/>
                </a:ext>
              </a:extLst>
            </p:cNvPr>
            <p:cNvSpPr>
              <a:spLocks/>
            </p:cNvSpPr>
            <p:nvPr/>
          </p:nvSpPr>
          <p:spPr>
            <a:xfrm>
              <a:off x="4423356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6" name="Cube 301">
              <a:extLst>
                <a:ext uri="{FF2B5EF4-FFF2-40B4-BE49-F238E27FC236}">
                  <a16:creationId xmlns:a16="http://schemas.microsoft.com/office/drawing/2014/main" id="{B8ACE8D9-E04C-9B30-5012-C6B2E99F69B6}"/>
                </a:ext>
              </a:extLst>
            </p:cNvPr>
            <p:cNvSpPr>
              <a:spLocks/>
            </p:cNvSpPr>
            <p:nvPr/>
          </p:nvSpPr>
          <p:spPr>
            <a:xfrm>
              <a:off x="4291452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7" name="Cube 302">
              <a:extLst>
                <a:ext uri="{FF2B5EF4-FFF2-40B4-BE49-F238E27FC236}">
                  <a16:creationId xmlns:a16="http://schemas.microsoft.com/office/drawing/2014/main" id="{94CCDCD9-59DA-F590-462F-AE082F61038B}"/>
                </a:ext>
              </a:extLst>
            </p:cNvPr>
            <p:cNvSpPr>
              <a:spLocks/>
            </p:cNvSpPr>
            <p:nvPr/>
          </p:nvSpPr>
          <p:spPr>
            <a:xfrm>
              <a:off x="4291452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8" name="Cube 303">
              <a:extLst>
                <a:ext uri="{FF2B5EF4-FFF2-40B4-BE49-F238E27FC236}">
                  <a16:creationId xmlns:a16="http://schemas.microsoft.com/office/drawing/2014/main" id="{C7945393-BFEA-053B-865B-006E11A25D57}"/>
                </a:ext>
              </a:extLst>
            </p:cNvPr>
            <p:cNvSpPr>
              <a:spLocks/>
            </p:cNvSpPr>
            <p:nvPr/>
          </p:nvSpPr>
          <p:spPr>
            <a:xfrm>
              <a:off x="4423356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09" name="Cube 304">
              <a:extLst>
                <a:ext uri="{FF2B5EF4-FFF2-40B4-BE49-F238E27FC236}">
                  <a16:creationId xmlns:a16="http://schemas.microsoft.com/office/drawing/2014/main" id="{06F5CFD3-AD51-A07A-43D0-02D395C89B1C}"/>
                </a:ext>
              </a:extLst>
            </p:cNvPr>
            <p:cNvSpPr>
              <a:spLocks/>
            </p:cNvSpPr>
            <p:nvPr/>
          </p:nvSpPr>
          <p:spPr>
            <a:xfrm>
              <a:off x="4423356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0" name="Cube 305">
              <a:extLst>
                <a:ext uri="{FF2B5EF4-FFF2-40B4-BE49-F238E27FC236}">
                  <a16:creationId xmlns:a16="http://schemas.microsoft.com/office/drawing/2014/main" id="{E65F1173-1A58-94BC-1C50-92C702BD1460}"/>
                </a:ext>
              </a:extLst>
            </p:cNvPr>
            <p:cNvSpPr>
              <a:spLocks/>
            </p:cNvSpPr>
            <p:nvPr/>
          </p:nvSpPr>
          <p:spPr>
            <a:xfrm>
              <a:off x="4555260" y="27066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1" name="Cube 306">
              <a:extLst>
                <a:ext uri="{FF2B5EF4-FFF2-40B4-BE49-F238E27FC236}">
                  <a16:creationId xmlns:a16="http://schemas.microsoft.com/office/drawing/2014/main" id="{D9E8C1F0-08CC-3E23-F3AC-E75A27D8C378}"/>
                </a:ext>
              </a:extLst>
            </p:cNvPr>
            <p:cNvSpPr>
              <a:spLocks/>
            </p:cNvSpPr>
            <p:nvPr/>
          </p:nvSpPr>
          <p:spPr>
            <a:xfrm>
              <a:off x="4555260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3" name="Cube 307">
              <a:extLst>
                <a:ext uri="{FF2B5EF4-FFF2-40B4-BE49-F238E27FC236}">
                  <a16:creationId xmlns:a16="http://schemas.microsoft.com/office/drawing/2014/main" id="{2DED8FA5-80C7-6CFD-A912-545C34656474}"/>
                </a:ext>
              </a:extLst>
            </p:cNvPr>
            <p:cNvSpPr>
              <a:spLocks/>
            </p:cNvSpPr>
            <p:nvPr/>
          </p:nvSpPr>
          <p:spPr>
            <a:xfrm>
              <a:off x="4687164" y="2706625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4" name="Cube 308">
              <a:extLst>
                <a:ext uri="{FF2B5EF4-FFF2-40B4-BE49-F238E27FC236}">
                  <a16:creationId xmlns:a16="http://schemas.microsoft.com/office/drawing/2014/main" id="{0E68F860-3FD5-171B-0E42-C7F6B8564CFE}"/>
                </a:ext>
              </a:extLst>
            </p:cNvPr>
            <p:cNvSpPr>
              <a:spLocks/>
            </p:cNvSpPr>
            <p:nvPr/>
          </p:nvSpPr>
          <p:spPr>
            <a:xfrm>
              <a:off x="4687164" y="25723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6" name="Cube 309">
              <a:extLst>
                <a:ext uri="{FF2B5EF4-FFF2-40B4-BE49-F238E27FC236}">
                  <a16:creationId xmlns:a16="http://schemas.microsoft.com/office/drawing/2014/main" id="{F72B33AD-C6ED-E951-3BAC-FDC374DE412A}"/>
                </a:ext>
              </a:extLst>
            </p:cNvPr>
            <p:cNvSpPr>
              <a:spLocks/>
            </p:cNvSpPr>
            <p:nvPr/>
          </p:nvSpPr>
          <p:spPr>
            <a:xfrm>
              <a:off x="4555260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7" name="Cube 310">
              <a:extLst>
                <a:ext uri="{FF2B5EF4-FFF2-40B4-BE49-F238E27FC236}">
                  <a16:creationId xmlns:a16="http://schemas.microsoft.com/office/drawing/2014/main" id="{69E4DBA6-031E-5907-05DB-0E3D74D8B8C6}"/>
                </a:ext>
              </a:extLst>
            </p:cNvPr>
            <p:cNvSpPr>
              <a:spLocks/>
            </p:cNvSpPr>
            <p:nvPr/>
          </p:nvSpPr>
          <p:spPr>
            <a:xfrm>
              <a:off x="4555260" y="23017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8" name="Cube 311">
              <a:extLst>
                <a:ext uri="{FF2B5EF4-FFF2-40B4-BE49-F238E27FC236}">
                  <a16:creationId xmlns:a16="http://schemas.microsoft.com/office/drawing/2014/main" id="{818271D8-0FA8-73DF-DD2C-990F8A77FF9E}"/>
                </a:ext>
              </a:extLst>
            </p:cNvPr>
            <p:cNvSpPr>
              <a:spLocks/>
            </p:cNvSpPr>
            <p:nvPr/>
          </p:nvSpPr>
          <p:spPr>
            <a:xfrm>
              <a:off x="4687164" y="24361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19" name="Cube 312">
              <a:extLst>
                <a:ext uri="{FF2B5EF4-FFF2-40B4-BE49-F238E27FC236}">
                  <a16:creationId xmlns:a16="http://schemas.microsoft.com/office/drawing/2014/main" id="{FEB94B8A-BB6B-AF5F-9AF8-8DDAC2DB99E1}"/>
                </a:ext>
              </a:extLst>
            </p:cNvPr>
            <p:cNvSpPr>
              <a:spLocks/>
            </p:cNvSpPr>
            <p:nvPr/>
          </p:nvSpPr>
          <p:spPr>
            <a:xfrm>
              <a:off x="4687164" y="230178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0" name="Cube 313">
              <a:extLst>
                <a:ext uri="{FF2B5EF4-FFF2-40B4-BE49-F238E27FC236}">
                  <a16:creationId xmlns:a16="http://schemas.microsoft.com/office/drawing/2014/main" id="{5BBB3835-6D2E-2A1D-E30F-FB1C6DEB20C9}"/>
                </a:ext>
              </a:extLst>
            </p:cNvPr>
            <p:cNvSpPr>
              <a:spLocks/>
            </p:cNvSpPr>
            <p:nvPr/>
          </p:nvSpPr>
          <p:spPr>
            <a:xfrm>
              <a:off x="4249706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1" name="Cube 314">
              <a:extLst>
                <a:ext uri="{FF2B5EF4-FFF2-40B4-BE49-F238E27FC236}">
                  <a16:creationId xmlns:a16="http://schemas.microsoft.com/office/drawing/2014/main" id="{35310588-DBFA-444A-3BAD-0BF6AC4F754F}"/>
                </a:ext>
              </a:extLst>
            </p:cNvPr>
            <p:cNvSpPr>
              <a:spLocks/>
            </p:cNvSpPr>
            <p:nvPr/>
          </p:nvSpPr>
          <p:spPr>
            <a:xfrm>
              <a:off x="4249706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2" name="Cube 315">
              <a:extLst>
                <a:ext uri="{FF2B5EF4-FFF2-40B4-BE49-F238E27FC236}">
                  <a16:creationId xmlns:a16="http://schemas.microsoft.com/office/drawing/2014/main" id="{6F618391-88D3-B552-84DF-3D0C12D210B4}"/>
                </a:ext>
              </a:extLst>
            </p:cNvPr>
            <p:cNvSpPr>
              <a:spLocks/>
            </p:cNvSpPr>
            <p:nvPr/>
          </p:nvSpPr>
          <p:spPr>
            <a:xfrm>
              <a:off x="4381610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3" name="Cube 316">
              <a:extLst>
                <a:ext uri="{FF2B5EF4-FFF2-40B4-BE49-F238E27FC236}">
                  <a16:creationId xmlns:a16="http://schemas.microsoft.com/office/drawing/2014/main" id="{9CEF646A-6734-059D-C63F-FE5AB5E55308}"/>
                </a:ext>
              </a:extLst>
            </p:cNvPr>
            <p:cNvSpPr>
              <a:spLocks/>
            </p:cNvSpPr>
            <p:nvPr/>
          </p:nvSpPr>
          <p:spPr>
            <a:xfrm>
              <a:off x="4381610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4" name="Cube 317">
              <a:extLst>
                <a:ext uri="{FF2B5EF4-FFF2-40B4-BE49-F238E27FC236}">
                  <a16:creationId xmlns:a16="http://schemas.microsoft.com/office/drawing/2014/main" id="{C52FC63E-8358-725B-1A5E-8795619E2D10}"/>
                </a:ext>
              </a:extLst>
            </p:cNvPr>
            <p:cNvSpPr>
              <a:spLocks/>
            </p:cNvSpPr>
            <p:nvPr/>
          </p:nvSpPr>
          <p:spPr>
            <a:xfrm>
              <a:off x="4249706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5" name="Cube 318">
              <a:extLst>
                <a:ext uri="{FF2B5EF4-FFF2-40B4-BE49-F238E27FC236}">
                  <a16:creationId xmlns:a16="http://schemas.microsoft.com/office/drawing/2014/main" id="{11982E79-F1DD-8432-479B-1C7098BD718B}"/>
                </a:ext>
              </a:extLst>
            </p:cNvPr>
            <p:cNvSpPr>
              <a:spLocks/>
            </p:cNvSpPr>
            <p:nvPr/>
          </p:nvSpPr>
          <p:spPr>
            <a:xfrm>
              <a:off x="4249706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6" name="Cube 319">
              <a:extLst>
                <a:ext uri="{FF2B5EF4-FFF2-40B4-BE49-F238E27FC236}">
                  <a16:creationId xmlns:a16="http://schemas.microsoft.com/office/drawing/2014/main" id="{D2EDD73C-EA2F-B9EE-10C5-797BFC3499CB}"/>
                </a:ext>
              </a:extLst>
            </p:cNvPr>
            <p:cNvSpPr>
              <a:spLocks/>
            </p:cNvSpPr>
            <p:nvPr/>
          </p:nvSpPr>
          <p:spPr>
            <a:xfrm>
              <a:off x="4381610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7" name="Cube 320">
              <a:extLst>
                <a:ext uri="{FF2B5EF4-FFF2-40B4-BE49-F238E27FC236}">
                  <a16:creationId xmlns:a16="http://schemas.microsoft.com/office/drawing/2014/main" id="{D9F67B8A-BC9A-FB07-9157-6BBD2E8379FD}"/>
                </a:ext>
              </a:extLst>
            </p:cNvPr>
            <p:cNvSpPr>
              <a:spLocks/>
            </p:cNvSpPr>
            <p:nvPr/>
          </p:nvSpPr>
          <p:spPr>
            <a:xfrm>
              <a:off x="4381610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8" name="Cube 321">
              <a:extLst>
                <a:ext uri="{FF2B5EF4-FFF2-40B4-BE49-F238E27FC236}">
                  <a16:creationId xmlns:a16="http://schemas.microsoft.com/office/drawing/2014/main" id="{88A37E1A-C2B6-B3F9-6BA6-4C2DA9DA3C08}"/>
                </a:ext>
              </a:extLst>
            </p:cNvPr>
            <p:cNvSpPr>
              <a:spLocks/>
            </p:cNvSpPr>
            <p:nvPr/>
          </p:nvSpPr>
          <p:spPr>
            <a:xfrm>
              <a:off x="4513514" y="27477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29" name="Cube 322">
              <a:extLst>
                <a:ext uri="{FF2B5EF4-FFF2-40B4-BE49-F238E27FC236}">
                  <a16:creationId xmlns:a16="http://schemas.microsoft.com/office/drawing/2014/main" id="{1C302A8E-154A-8862-DA1F-737F343093F0}"/>
                </a:ext>
              </a:extLst>
            </p:cNvPr>
            <p:cNvSpPr>
              <a:spLocks/>
            </p:cNvSpPr>
            <p:nvPr/>
          </p:nvSpPr>
          <p:spPr>
            <a:xfrm>
              <a:off x="4513514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0" name="Cube 323">
              <a:extLst>
                <a:ext uri="{FF2B5EF4-FFF2-40B4-BE49-F238E27FC236}">
                  <a16:creationId xmlns:a16="http://schemas.microsoft.com/office/drawing/2014/main" id="{3225BC7E-AB3E-5CAD-1541-8D2E583FF8F7}"/>
                </a:ext>
              </a:extLst>
            </p:cNvPr>
            <p:cNvSpPr>
              <a:spLocks/>
            </p:cNvSpPr>
            <p:nvPr/>
          </p:nvSpPr>
          <p:spPr>
            <a:xfrm>
              <a:off x="4645418" y="27477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1" name="Cube 324">
              <a:extLst>
                <a:ext uri="{FF2B5EF4-FFF2-40B4-BE49-F238E27FC236}">
                  <a16:creationId xmlns:a16="http://schemas.microsoft.com/office/drawing/2014/main" id="{7945314D-6665-8F9F-C2F8-FBC184D421E5}"/>
                </a:ext>
              </a:extLst>
            </p:cNvPr>
            <p:cNvSpPr>
              <a:spLocks/>
            </p:cNvSpPr>
            <p:nvPr/>
          </p:nvSpPr>
          <p:spPr>
            <a:xfrm>
              <a:off x="4645418" y="26134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2" name="Cube 325">
              <a:extLst>
                <a:ext uri="{FF2B5EF4-FFF2-40B4-BE49-F238E27FC236}">
                  <a16:creationId xmlns:a16="http://schemas.microsoft.com/office/drawing/2014/main" id="{A11B5FBB-12FA-47E7-321D-2EF134828338}"/>
                </a:ext>
              </a:extLst>
            </p:cNvPr>
            <p:cNvSpPr>
              <a:spLocks/>
            </p:cNvSpPr>
            <p:nvPr/>
          </p:nvSpPr>
          <p:spPr>
            <a:xfrm>
              <a:off x="4513514" y="24772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3" name="Cube 326">
              <a:extLst>
                <a:ext uri="{FF2B5EF4-FFF2-40B4-BE49-F238E27FC236}">
                  <a16:creationId xmlns:a16="http://schemas.microsoft.com/office/drawing/2014/main" id="{73E904BF-C968-EE1F-78C1-3DBBA417F442}"/>
                </a:ext>
              </a:extLst>
            </p:cNvPr>
            <p:cNvSpPr>
              <a:spLocks/>
            </p:cNvSpPr>
            <p:nvPr/>
          </p:nvSpPr>
          <p:spPr>
            <a:xfrm>
              <a:off x="4513514" y="23429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4" name="Cube 327">
              <a:extLst>
                <a:ext uri="{FF2B5EF4-FFF2-40B4-BE49-F238E27FC236}">
                  <a16:creationId xmlns:a16="http://schemas.microsoft.com/office/drawing/2014/main" id="{1C8F696A-51CD-9D39-4B11-38DEC8ADF1D7}"/>
                </a:ext>
              </a:extLst>
            </p:cNvPr>
            <p:cNvSpPr>
              <a:spLocks/>
            </p:cNvSpPr>
            <p:nvPr/>
          </p:nvSpPr>
          <p:spPr>
            <a:xfrm>
              <a:off x="4645418" y="24772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5" name="Cube 328">
              <a:extLst>
                <a:ext uri="{FF2B5EF4-FFF2-40B4-BE49-F238E27FC236}">
                  <a16:creationId xmlns:a16="http://schemas.microsoft.com/office/drawing/2014/main" id="{6A465608-F213-E7AA-41D4-EEBD20AF0EA3}"/>
                </a:ext>
              </a:extLst>
            </p:cNvPr>
            <p:cNvSpPr>
              <a:spLocks/>
            </p:cNvSpPr>
            <p:nvPr/>
          </p:nvSpPr>
          <p:spPr>
            <a:xfrm>
              <a:off x="4645418" y="23429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6" name="Cube 329">
              <a:extLst>
                <a:ext uri="{FF2B5EF4-FFF2-40B4-BE49-F238E27FC236}">
                  <a16:creationId xmlns:a16="http://schemas.microsoft.com/office/drawing/2014/main" id="{A115F87B-A9CE-7BD1-5B80-49BC0FC31D50}"/>
                </a:ext>
              </a:extLst>
            </p:cNvPr>
            <p:cNvSpPr>
              <a:spLocks/>
            </p:cNvSpPr>
            <p:nvPr/>
          </p:nvSpPr>
          <p:spPr>
            <a:xfrm>
              <a:off x="4214152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7" name="Cube 330">
              <a:extLst>
                <a:ext uri="{FF2B5EF4-FFF2-40B4-BE49-F238E27FC236}">
                  <a16:creationId xmlns:a16="http://schemas.microsoft.com/office/drawing/2014/main" id="{EF7E3B15-795C-4F37-C65B-EBB08A7F11F9}"/>
                </a:ext>
              </a:extLst>
            </p:cNvPr>
            <p:cNvSpPr>
              <a:spLocks/>
            </p:cNvSpPr>
            <p:nvPr/>
          </p:nvSpPr>
          <p:spPr>
            <a:xfrm>
              <a:off x="4214152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8" name="Cube 331">
              <a:extLst>
                <a:ext uri="{FF2B5EF4-FFF2-40B4-BE49-F238E27FC236}">
                  <a16:creationId xmlns:a16="http://schemas.microsoft.com/office/drawing/2014/main" id="{C0C26DE9-3AA8-6A34-5C22-FF516DCE7B90}"/>
                </a:ext>
              </a:extLst>
            </p:cNvPr>
            <p:cNvSpPr>
              <a:spLocks/>
            </p:cNvSpPr>
            <p:nvPr/>
          </p:nvSpPr>
          <p:spPr>
            <a:xfrm>
              <a:off x="4346056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39" name="Cube 332">
              <a:extLst>
                <a:ext uri="{FF2B5EF4-FFF2-40B4-BE49-F238E27FC236}">
                  <a16:creationId xmlns:a16="http://schemas.microsoft.com/office/drawing/2014/main" id="{563BF9A1-B15F-834E-FCF1-EB5FB8F48B2A}"/>
                </a:ext>
              </a:extLst>
            </p:cNvPr>
            <p:cNvSpPr>
              <a:spLocks/>
            </p:cNvSpPr>
            <p:nvPr/>
          </p:nvSpPr>
          <p:spPr>
            <a:xfrm>
              <a:off x="4346056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0" name="Cube 333">
              <a:extLst>
                <a:ext uri="{FF2B5EF4-FFF2-40B4-BE49-F238E27FC236}">
                  <a16:creationId xmlns:a16="http://schemas.microsoft.com/office/drawing/2014/main" id="{DB62BDD9-2E4E-C71B-8275-FFFF6F1A1621}"/>
                </a:ext>
              </a:extLst>
            </p:cNvPr>
            <p:cNvSpPr>
              <a:spLocks/>
            </p:cNvSpPr>
            <p:nvPr/>
          </p:nvSpPr>
          <p:spPr>
            <a:xfrm>
              <a:off x="4214152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1" name="Cube 334">
              <a:extLst>
                <a:ext uri="{FF2B5EF4-FFF2-40B4-BE49-F238E27FC236}">
                  <a16:creationId xmlns:a16="http://schemas.microsoft.com/office/drawing/2014/main" id="{38FF5092-E010-079B-DC03-632C1228E857}"/>
                </a:ext>
              </a:extLst>
            </p:cNvPr>
            <p:cNvSpPr>
              <a:spLocks/>
            </p:cNvSpPr>
            <p:nvPr/>
          </p:nvSpPr>
          <p:spPr>
            <a:xfrm>
              <a:off x="4214152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2" name="Cube 335">
              <a:extLst>
                <a:ext uri="{FF2B5EF4-FFF2-40B4-BE49-F238E27FC236}">
                  <a16:creationId xmlns:a16="http://schemas.microsoft.com/office/drawing/2014/main" id="{788933CC-AE3D-C5D2-9046-E3E1C6696F54}"/>
                </a:ext>
              </a:extLst>
            </p:cNvPr>
            <p:cNvSpPr>
              <a:spLocks/>
            </p:cNvSpPr>
            <p:nvPr/>
          </p:nvSpPr>
          <p:spPr>
            <a:xfrm>
              <a:off x="4346056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3" name="Cube 336">
              <a:extLst>
                <a:ext uri="{FF2B5EF4-FFF2-40B4-BE49-F238E27FC236}">
                  <a16:creationId xmlns:a16="http://schemas.microsoft.com/office/drawing/2014/main" id="{89A4825F-6DCA-3B18-8B72-272691B1AE96}"/>
                </a:ext>
              </a:extLst>
            </p:cNvPr>
            <p:cNvSpPr>
              <a:spLocks/>
            </p:cNvSpPr>
            <p:nvPr/>
          </p:nvSpPr>
          <p:spPr>
            <a:xfrm>
              <a:off x="4346056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4" name="Cube 337">
              <a:extLst>
                <a:ext uri="{FF2B5EF4-FFF2-40B4-BE49-F238E27FC236}">
                  <a16:creationId xmlns:a16="http://schemas.microsoft.com/office/drawing/2014/main" id="{B3C87A06-7C52-5B61-9601-DAAEA9A8F26F}"/>
                </a:ext>
              </a:extLst>
            </p:cNvPr>
            <p:cNvSpPr>
              <a:spLocks/>
            </p:cNvSpPr>
            <p:nvPr/>
          </p:nvSpPr>
          <p:spPr>
            <a:xfrm>
              <a:off x="4477960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5" name="Cube 338">
              <a:extLst>
                <a:ext uri="{FF2B5EF4-FFF2-40B4-BE49-F238E27FC236}">
                  <a16:creationId xmlns:a16="http://schemas.microsoft.com/office/drawing/2014/main" id="{C36F8E7A-8AD0-6AD8-8CA5-1E4ADB50D2E9}"/>
                </a:ext>
              </a:extLst>
            </p:cNvPr>
            <p:cNvSpPr>
              <a:spLocks/>
            </p:cNvSpPr>
            <p:nvPr/>
          </p:nvSpPr>
          <p:spPr>
            <a:xfrm>
              <a:off x="4477960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6" name="Cube 339">
              <a:extLst>
                <a:ext uri="{FF2B5EF4-FFF2-40B4-BE49-F238E27FC236}">
                  <a16:creationId xmlns:a16="http://schemas.microsoft.com/office/drawing/2014/main" id="{AA4DC174-393A-424C-DDDE-3A5A743EA412}"/>
                </a:ext>
              </a:extLst>
            </p:cNvPr>
            <p:cNvSpPr>
              <a:spLocks/>
            </p:cNvSpPr>
            <p:nvPr/>
          </p:nvSpPr>
          <p:spPr>
            <a:xfrm>
              <a:off x="4609864" y="2783925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7" name="Cube 340">
              <a:extLst>
                <a:ext uri="{FF2B5EF4-FFF2-40B4-BE49-F238E27FC236}">
                  <a16:creationId xmlns:a16="http://schemas.microsoft.com/office/drawing/2014/main" id="{E207CF18-A22A-7C0B-ED26-9E47F39FED45}"/>
                </a:ext>
              </a:extLst>
            </p:cNvPr>
            <p:cNvSpPr>
              <a:spLocks/>
            </p:cNvSpPr>
            <p:nvPr/>
          </p:nvSpPr>
          <p:spPr>
            <a:xfrm>
              <a:off x="4609864" y="2649603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8" name="Cube 341">
              <a:extLst>
                <a:ext uri="{FF2B5EF4-FFF2-40B4-BE49-F238E27FC236}">
                  <a16:creationId xmlns:a16="http://schemas.microsoft.com/office/drawing/2014/main" id="{2FDA1CC2-D0E3-B5D2-A02B-E97979C65023}"/>
                </a:ext>
              </a:extLst>
            </p:cNvPr>
            <p:cNvSpPr>
              <a:spLocks/>
            </p:cNvSpPr>
            <p:nvPr/>
          </p:nvSpPr>
          <p:spPr>
            <a:xfrm>
              <a:off x="4477960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49" name="Cube 342">
              <a:extLst>
                <a:ext uri="{FF2B5EF4-FFF2-40B4-BE49-F238E27FC236}">
                  <a16:creationId xmlns:a16="http://schemas.microsoft.com/office/drawing/2014/main" id="{81D5A547-F498-CD15-F2AD-95E820995961}"/>
                </a:ext>
              </a:extLst>
            </p:cNvPr>
            <p:cNvSpPr>
              <a:spLocks/>
            </p:cNvSpPr>
            <p:nvPr/>
          </p:nvSpPr>
          <p:spPr>
            <a:xfrm>
              <a:off x="4477960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0" name="Cube 343">
              <a:extLst>
                <a:ext uri="{FF2B5EF4-FFF2-40B4-BE49-F238E27FC236}">
                  <a16:creationId xmlns:a16="http://schemas.microsoft.com/office/drawing/2014/main" id="{D457C6A6-5C0B-5918-F99E-693AA159B829}"/>
                </a:ext>
              </a:extLst>
            </p:cNvPr>
            <p:cNvSpPr>
              <a:spLocks/>
            </p:cNvSpPr>
            <p:nvPr/>
          </p:nvSpPr>
          <p:spPr>
            <a:xfrm>
              <a:off x="4609864" y="251340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1" name="Cube 344">
              <a:extLst>
                <a:ext uri="{FF2B5EF4-FFF2-40B4-BE49-F238E27FC236}">
                  <a16:creationId xmlns:a16="http://schemas.microsoft.com/office/drawing/2014/main" id="{B1920FFD-6B9E-C737-1702-694442835518}"/>
                </a:ext>
              </a:extLst>
            </p:cNvPr>
            <p:cNvSpPr>
              <a:spLocks/>
            </p:cNvSpPr>
            <p:nvPr/>
          </p:nvSpPr>
          <p:spPr>
            <a:xfrm>
              <a:off x="4609864" y="237908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2" name="Cube 345">
              <a:extLst>
                <a:ext uri="{FF2B5EF4-FFF2-40B4-BE49-F238E27FC236}">
                  <a16:creationId xmlns:a16="http://schemas.microsoft.com/office/drawing/2014/main" id="{16E5383E-73A5-25F3-AEE8-0F5AD4AD11A4}"/>
                </a:ext>
              </a:extLst>
            </p:cNvPr>
            <p:cNvSpPr>
              <a:spLocks/>
            </p:cNvSpPr>
            <p:nvPr/>
          </p:nvSpPr>
          <p:spPr>
            <a:xfrm>
              <a:off x="4172406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3" name="Cube 346">
              <a:extLst>
                <a:ext uri="{FF2B5EF4-FFF2-40B4-BE49-F238E27FC236}">
                  <a16:creationId xmlns:a16="http://schemas.microsoft.com/office/drawing/2014/main" id="{A2D788C7-8A3E-D64A-7304-55799228960E}"/>
                </a:ext>
              </a:extLst>
            </p:cNvPr>
            <p:cNvSpPr>
              <a:spLocks/>
            </p:cNvSpPr>
            <p:nvPr/>
          </p:nvSpPr>
          <p:spPr>
            <a:xfrm>
              <a:off x="4172406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4" name="Cube 347">
              <a:extLst>
                <a:ext uri="{FF2B5EF4-FFF2-40B4-BE49-F238E27FC236}">
                  <a16:creationId xmlns:a16="http://schemas.microsoft.com/office/drawing/2014/main" id="{0BE14FBE-0B0B-1878-CFB6-D8196CEBF139}"/>
                </a:ext>
              </a:extLst>
            </p:cNvPr>
            <p:cNvSpPr>
              <a:spLocks/>
            </p:cNvSpPr>
            <p:nvPr/>
          </p:nvSpPr>
          <p:spPr>
            <a:xfrm>
              <a:off x="4304310" y="2825072"/>
              <a:ext cx="180000" cy="1800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5" name="Cube 348">
              <a:extLst>
                <a:ext uri="{FF2B5EF4-FFF2-40B4-BE49-F238E27FC236}">
                  <a16:creationId xmlns:a16="http://schemas.microsoft.com/office/drawing/2014/main" id="{A3025085-D235-9F13-D990-3AB43685EB5B}"/>
                </a:ext>
              </a:extLst>
            </p:cNvPr>
            <p:cNvSpPr>
              <a:spLocks/>
            </p:cNvSpPr>
            <p:nvPr/>
          </p:nvSpPr>
          <p:spPr>
            <a:xfrm>
              <a:off x="4304310" y="2690750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6" name="Cube 349">
              <a:extLst>
                <a:ext uri="{FF2B5EF4-FFF2-40B4-BE49-F238E27FC236}">
                  <a16:creationId xmlns:a16="http://schemas.microsoft.com/office/drawing/2014/main" id="{31D79D4D-5E12-4057-FDCF-16790345582E}"/>
                </a:ext>
              </a:extLst>
            </p:cNvPr>
            <p:cNvSpPr>
              <a:spLocks/>
            </p:cNvSpPr>
            <p:nvPr/>
          </p:nvSpPr>
          <p:spPr>
            <a:xfrm>
              <a:off x="4172406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7" name="Cube 350">
              <a:extLst>
                <a:ext uri="{FF2B5EF4-FFF2-40B4-BE49-F238E27FC236}">
                  <a16:creationId xmlns:a16="http://schemas.microsoft.com/office/drawing/2014/main" id="{ECB0C524-3789-5D7C-5905-2C7A22CD4734}"/>
                </a:ext>
              </a:extLst>
            </p:cNvPr>
            <p:cNvSpPr>
              <a:spLocks/>
            </p:cNvSpPr>
            <p:nvPr/>
          </p:nvSpPr>
          <p:spPr>
            <a:xfrm>
              <a:off x="4172406" y="24202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8" name="Cube 351">
              <a:extLst>
                <a:ext uri="{FF2B5EF4-FFF2-40B4-BE49-F238E27FC236}">
                  <a16:creationId xmlns:a16="http://schemas.microsoft.com/office/drawing/2014/main" id="{8F866BB3-AF1A-EEB9-FC61-3FDE41AB9A21}"/>
                </a:ext>
              </a:extLst>
            </p:cNvPr>
            <p:cNvSpPr>
              <a:spLocks/>
            </p:cNvSpPr>
            <p:nvPr/>
          </p:nvSpPr>
          <p:spPr>
            <a:xfrm>
              <a:off x="4304310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59" name="Cube 352">
              <a:extLst>
                <a:ext uri="{FF2B5EF4-FFF2-40B4-BE49-F238E27FC236}">
                  <a16:creationId xmlns:a16="http://schemas.microsoft.com/office/drawing/2014/main" id="{790C8283-F29A-396A-E532-2F7CCB555CC6}"/>
                </a:ext>
              </a:extLst>
            </p:cNvPr>
            <p:cNvSpPr>
              <a:spLocks/>
            </p:cNvSpPr>
            <p:nvPr/>
          </p:nvSpPr>
          <p:spPr>
            <a:xfrm>
              <a:off x="4304310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5" name="Cube 353">
              <a:extLst>
                <a:ext uri="{FF2B5EF4-FFF2-40B4-BE49-F238E27FC236}">
                  <a16:creationId xmlns:a16="http://schemas.microsoft.com/office/drawing/2014/main" id="{F1335180-0B4E-5F3E-E421-79B60216F56D}"/>
                </a:ext>
              </a:extLst>
            </p:cNvPr>
            <p:cNvSpPr>
              <a:spLocks/>
            </p:cNvSpPr>
            <p:nvPr/>
          </p:nvSpPr>
          <p:spPr>
            <a:xfrm>
              <a:off x="4436214" y="2825072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6" name="Cube 354">
              <a:extLst>
                <a:ext uri="{FF2B5EF4-FFF2-40B4-BE49-F238E27FC236}">
                  <a16:creationId xmlns:a16="http://schemas.microsoft.com/office/drawing/2014/main" id="{9473EED3-FDF1-C530-5670-1C03675553B7}"/>
                </a:ext>
              </a:extLst>
            </p:cNvPr>
            <p:cNvSpPr>
              <a:spLocks/>
            </p:cNvSpPr>
            <p:nvPr/>
          </p:nvSpPr>
          <p:spPr>
            <a:xfrm>
              <a:off x="4436214" y="2690750"/>
              <a:ext cx="180000" cy="180000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67" name="Cube 355">
              <a:extLst>
                <a:ext uri="{FF2B5EF4-FFF2-40B4-BE49-F238E27FC236}">
                  <a16:creationId xmlns:a16="http://schemas.microsoft.com/office/drawing/2014/main" id="{8B97A78D-1D45-5EF0-8471-B7846BC974C4}"/>
                </a:ext>
              </a:extLst>
            </p:cNvPr>
            <p:cNvSpPr>
              <a:spLocks/>
            </p:cNvSpPr>
            <p:nvPr/>
          </p:nvSpPr>
          <p:spPr>
            <a:xfrm>
              <a:off x="4568118" y="2825072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1" name="Cube 356">
              <a:extLst>
                <a:ext uri="{FF2B5EF4-FFF2-40B4-BE49-F238E27FC236}">
                  <a16:creationId xmlns:a16="http://schemas.microsoft.com/office/drawing/2014/main" id="{72A0431B-4545-3E9D-C974-5C5744BAD3AD}"/>
                </a:ext>
              </a:extLst>
            </p:cNvPr>
            <p:cNvSpPr>
              <a:spLocks/>
            </p:cNvSpPr>
            <p:nvPr/>
          </p:nvSpPr>
          <p:spPr>
            <a:xfrm>
              <a:off x="4568118" y="2690750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2" name="Cube 357">
              <a:extLst>
                <a:ext uri="{FF2B5EF4-FFF2-40B4-BE49-F238E27FC236}">
                  <a16:creationId xmlns:a16="http://schemas.microsoft.com/office/drawing/2014/main" id="{EC2762F7-F492-82B4-8A62-414ED0952949}"/>
                </a:ext>
              </a:extLst>
            </p:cNvPr>
            <p:cNvSpPr>
              <a:spLocks/>
            </p:cNvSpPr>
            <p:nvPr/>
          </p:nvSpPr>
          <p:spPr>
            <a:xfrm>
              <a:off x="4436214" y="2554549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3" name="Cube 358">
              <a:extLst>
                <a:ext uri="{FF2B5EF4-FFF2-40B4-BE49-F238E27FC236}">
                  <a16:creationId xmlns:a16="http://schemas.microsoft.com/office/drawing/2014/main" id="{46960F31-8B23-1526-6BFC-5867AA000BC6}"/>
                </a:ext>
              </a:extLst>
            </p:cNvPr>
            <p:cNvSpPr>
              <a:spLocks/>
            </p:cNvSpPr>
            <p:nvPr/>
          </p:nvSpPr>
          <p:spPr>
            <a:xfrm>
              <a:off x="4436214" y="2420227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4" name="Cube 359">
              <a:extLst>
                <a:ext uri="{FF2B5EF4-FFF2-40B4-BE49-F238E27FC236}">
                  <a16:creationId xmlns:a16="http://schemas.microsoft.com/office/drawing/2014/main" id="{A6D0097E-5B95-966E-2264-472C87E4373C}"/>
                </a:ext>
              </a:extLst>
            </p:cNvPr>
            <p:cNvSpPr>
              <a:spLocks/>
            </p:cNvSpPr>
            <p:nvPr/>
          </p:nvSpPr>
          <p:spPr>
            <a:xfrm>
              <a:off x="4568118" y="2554549"/>
              <a:ext cx="180000" cy="180000"/>
            </a:xfrm>
            <a:prstGeom prst="cube">
              <a:avLst/>
            </a:prstGeom>
            <a:grp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75" name="Cube 360">
              <a:extLst>
                <a:ext uri="{FF2B5EF4-FFF2-40B4-BE49-F238E27FC236}">
                  <a16:creationId xmlns:a16="http://schemas.microsoft.com/office/drawing/2014/main" id="{346DC080-A023-F789-C3AA-0D3CE8B5DA8F}"/>
                </a:ext>
              </a:extLst>
            </p:cNvPr>
            <p:cNvSpPr>
              <a:spLocks/>
            </p:cNvSpPr>
            <p:nvPr/>
          </p:nvSpPr>
          <p:spPr>
            <a:xfrm>
              <a:off x="4568118" y="2420227"/>
              <a:ext cx="180000" cy="180000"/>
            </a:xfrm>
            <a:prstGeom prst="cub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576" name="矩形 575">
            <a:extLst>
              <a:ext uri="{FF2B5EF4-FFF2-40B4-BE49-F238E27FC236}">
                <a16:creationId xmlns:a16="http://schemas.microsoft.com/office/drawing/2014/main" id="{8CBE7AA8-8C0B-9AFD-207B-1D7214A59C9B}"/>
              </a:ext>
            </a:extLst>
          </p:cNvPr>
          <p:cNvSpPr/>
          <p:nvPr/>
        </p:nvSpPr>
        <p:spPr>
          <a:xfrm>
            <a:off x="4883767" y="3821361"/>
            <a:ext cx="1120028" cy="24805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8A534D13-0CBD-F3E8-C04D-2B6A6AF3928D}"/>
                  </a:ext>
                </a:extLst>
              </p:cNvPr>
              <p:cNvSpPr txBox="1"/>
              <p:nvPr/>
            </p:nvSpPr>
            <p:spPr>
              <a:xfrm>
                <a:off x="5104818" y="3816346"/>
                <a:ext cx="6974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p>
                          <m: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m:rPr>
                              <m:sty m:val="p"/>
                            </m:rPr>
                            <a:rPr lang="en-US" altLang="zh-CN" sz="12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8A534D13-0CBD-F3E8-C04D-2B6A6AF39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818" y="3816346"/>
                <a:ext cx="697499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9" name="Straight Arrow Connector 1092">
            <a:extLst>
              <a:ext uri="{FF2B5EF4-FFF2-40B4-BE49-F238E27FC236}">
                <a16:creationId xmlns:a16="http://schemas.microsoft.com/office/drawing/2014/main" id="{77BC84FD-4F09-AE70-04AF-8891CB5D54F5}"/>
              </a:ext>
            </a:extLst>
          </p:cNvPr>
          <p:cNvCxnSpPr>
            <a:cxnSpLocks/>
          </p:cNvCxnSpPr>
          <p:nvPr/>
        </p:nvCxnSpPr>
        <p:spPr>
          <a:xfrm flipH="1">
            <a:off x="6025099" y="4025290"/>
            <a:ext cx="48543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29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Cambria Math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c22065</dc:creator>
  <cp:lastModifiedBy>c22065</cp:lastModifiedBy>
  <cp:revision>2</cp:revision>
  <dcterms:created xsi:type="dcterms:W3CDTF">2025-09-11T18:11:59Z</dcterms:created>
  <dcterms:modified xsi:type="dcterms:W3CDTF">2025-09-14T22:31:42Z</dcterms:modified>
</cp:coreProperties>
</file>